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8.sv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8.sv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1459F-46AB-4F6D-8E63-EBC1AEADBF2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61BAD6A-217D-4AC0-8B54-A16D602A27ED}">
      <dgm:prSet/>
      <dgm:spPr/>
      <dgm:t>
        <a:bodyPr/>
        <a:lstStyle/>
        <a:p>
          <a:r>
            <a:rPr lang="en-US" dirty="0"/>
            <a:t>Goal: Reduce Customer Churn &amp; Maximize Lifetime Value (CLTV).</a:t>
          </a:r>
        </a:p>
      </dgm:t>
    </dgm:pt>
    <dgm:pt modelId="{1E5C61FE-B829-403A-A63D-DDCA09DBCE76}" type="parTrans" cxnId="{5042D867-AD8E-4E56-9897-80CDFDC60565}">
      <dgm:prSet/>
      <dgm:spPr/>
      <dgm:t>
        <a:bodyPr/>
        <a:lstStyle/>
        <a:p>
          <a:endParaRPr lang="en-US"/>
        </a:p>
      </dgm:t>
    </dgm:pt>
    <dgm:pt modelId="{87F43E8F-C0A0-430F-90B0-2D8F9CDF2FD3}" type="sibTrans" cxnId="{5042D867-AD8E-4E56-9897-80CDFDC60565}">
      <dgm:prSet/>
      <dgm:spPr/>
      <dgm:t>
        <a:bodyPr/>
        <a:lstStyle/>
        <a:p>
          <a:endParaRPr lang="en-US"/>
        </a:p>
      </dgm:t>
    </dgm:pt>
    <dgm:pt modelId="{7DE6FC0E-6F73-465C-8732-EDD1A0899048}">
      <dgm:prSet/>
      <dgm:spPr/>
      <dgm:t>
        <a:bodyPr/>
        <a:lstStyle/>
        <a:p>
          <a:r>
            <a:rPr lang="en-US" dirty="0"/>
            <a:t>Method: Merging Sales &amp; CRM Data for End-to-End Analysis.</a:t>
          </a:r>
        </a:p>
      </dgm:t>
    </dgm:pt>
    <dgm:pt modelId="{894BF6BD-B337-4C37-8B86-7975DB594DA7}" type="parTrans" cxnId="{8D89622C-DA61-4149-8243-B9862CA528D0}">
      <dgm:prSet/>
      <dgm:spPr/>
      <dgm:t>
        <a:bodyPr/>
        <a:lstStyle/>
        <a:p>
          <a:endParaRPr lang="en-US"/>
        </a:p>
      </dgm:t>
    </dgm:pt>
    <dgm:pt modelId="{5F9706FE-BCA1-4AFE-A378-D0B11683E179}" type="sibTrans" cxnId="{8D89622C-DA61-4149-8243-B9862CA528D0}">
      <dgm:prSet/>
      <dgm:spPr/>
      <dgm:t>
        <a:bodyPr/>
        <a:lstStyle/>
        <a:p>
          <a:endParaRPr lang="en-US"/>
        </a:p>
      </dgm:t>
    </dgm:pt>
    <dgm:pt modelId="{8E5A402F-C0F8-4B51-AC7C-CA09C8D2DCE6}">
      <dgm:prSet/>
      <dgm:spPr/>
      <dgm:t>
        <a:bodyPr/>
        <a:lstStyle/>
        <a:p>
          <a:r>
            <a:rPr lang="en-US" dirty="0"/>
            <a:t>Insight: Hardware purchases significantly reduce subscription churn.</a:t>
          </a:r>
        </a:p>
      </dgm:t>
    </dgm:pt>
    <dgm:pt modelId="{8FB32DBA-9692-4A25-A548-3796C633CC4E}" type="parTrans" cxnId="{AED1F646-0B05-4856-9F75-71AE57FD4D70}">
      <dgm:prSet/>
      <dgm:spPr/>
      <dgm:t>
        <a:bodyPr/>
        <a:lstStyle/>
        <a:p>
          <a:endParaRPr lang="en-US"/>
        </a:p>
      </dgm:t>
    </dgm:pt>
    <dgm:pt modelId="{D366F613-F3D3-4D9F-9C95-20D1C4DABDA6}" type="sibTrans" cxnId="{AED1F646-0B05-4856-9F75-71AE57FD4D70}">
      <dgm:prSet/>
      <dgm:spPr/>
      <dgm:t>
        <a:bodyPr/>
        <a:lstStyle/>
        <a:p>
          <a:endParaRPr lang="en-US"/>
        </a:p>
      </dgm:t>
    </dgm:pt>
    <dgm:pt modelId="{DC2C3012-4BEC-4B0F-9023-D671CEF6491A}">
      <dgm:prSet/>
      <dgm:spPr/>
      <dgm:t>
        <a:bodyPr/>
        <a:lstStyle/>
        <a:p>
          <a:r>
            <a:rPr lang="en-US" dirty="0"/>
            <a:t>Outcome: A 3-phase strategic plan to stabilize revenue.</a:t>
          </a:r>
        </a:p>
      </dgm:t>
    </dgm:pt>
    <dgm:pt modelId="{2CEF00CC-DAAC-4C16-85DD-52CB4AFCC7AB}" type="parTrans" cxnId="{1F374FAA-AF59-4069-8763-A3080152BB68}">
      <dgm:prSet/>
      <dgm:spPr/>
      <dgm:t>
        <a:bodyPr/>
        <a:lstStyle/>
        <a:p>
          <a:endParaRPr lang="en-US"/>
        </a:p>
      </dgm:t>
    </dgm:pt>
    <dgm:pt modelId="{E79D6CFC-65BD-4C59-B442-3792C8C87E1B}" type="sibTrans" cxnId="{1F374FAA-AF59-4069-8763-A3080152BB68}">
      <dgm:prSet/>
      <dgm:spPr/>
      <dgm:t>
        <a:bodyPr/>
        <a:lstStyle/>
        <a:p>
          <a:endParaRPr lang="en-US"/>
        </a:p>
      </dgm:t>
    </dgm:pt>
    <dgm:pt modelId="{5B9A533D-7165-463A-A829-D322E4736669}" type="pres">
      <dgm:prSet presAssocID="{D131459F-46AB-4F6D-8E63-EBC1AEADBF26}" presName="root" presStyleCnt="0">
        <dgm:presLayoutVars>
          <dgm:dir/>
          <dgm:resizeHandles val="exact"/>
        </dgm:presLayoutVars>
      </dgm:prSet>
      <dgm:spPr/>
    </dgm:pt>
    <dgm:pt modelId="{B21E34F3-E2B6-4D8B-BB4C-E06D1DD6B3AF}" type="pres">
      <dgm:prSet presAssocID="{D131459F-46AB-4F6D-8E63-EBC1AEADBF26}" presName="container" presStyleCnt="0">
        <dgm:presLayoutVars>
          <dgm:dir/>
          <dgm:resizeHandles val="exact"/>
        </dgm:presLayoutVars>
      </dgm:prSet>
      <dgm:spPr/>
    </dgm:pt>
    <dgm:pt modelId="{74619F93-145B-4EB2-A8F6-6DB9D0CAE0B6}" type="pres">
      <dgm:prSet presAssocID="{461BAD6A-217D-4AC0-8B54-A16D602A27ED}" presName="compNode" presStyleCnt="0"/>
      <dgm:spPr/>
    </dgm:pt>
    <dgm:pt modelId="{6773E82E-5916-423D-9989-4084DB99DFE0}" type="pres">
      <dgm:prSet presAssocID="{461BAD6A-217D-4AC0-8B54-A16D602A27ED}" presName="iconBgRect" presStyleLbl="bgShp" presStyleIdx="0" presStyleCnt="4"/>
      <dgm:spPr/>
    </dgm:pt>
    <dgm:pt modelId="{5BC04D4F-92D1-4087-BC5B-BCD0945CAC5A}" type="pres">
      <dgm:prSet presAssocID="{461BAD6A-217D-4AC0-8B54-A16D602A27E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D73F68A-6797-4D2C-A13F-DD4E2362777D}" type="pres">
      <dgm:prSet presAssocID="{461BAD6A-217D-4AC0-8B54-A16D602A27ED}" presName="spaceRect" presStyleCnt="0"/>
      <dgm:spPr/>
    </dgm:pt>
    <dgm:pt modelId="{33664791-9749-4858-B9B5-AFA37FD1BE81}" type="pres">
      <dgm:prSet presAssocID="{461BAD6A-217D-4AC0-8B54-A16D602A27ED}" presName="textRect" presStyleLbl="revTx" presStyleIdx="0" presStyleCnt="4">
        <dgm:presLayoutVars>
          <dgm:chMax val="1"/>
          <dgm:chPref val="1"/>
        </dgm:presLayoutVars>
      </dgm:prSet>
      <dgm:spPr/>
    </dgm:pt>
    <dgm:pt modelId="{E7A5B18E-7047-451A-A91D-F033E35519D0}" type="pres">
      <dgm:prSet presAssocID="{87F43E8F-C0A0-430F-90B0-2D8F9CDF2FD3}" presName="sibTrans" presStyleLbl="sibTrans2D1" presStyleIdx="0" presStyleCnt="0"/>
      <dgm:spPr/>
    </dgm:pt>
    <dgm:pt modelId="{49738607-E8D6-467E-B846-49FCA0514ADD}" type="pres">
      <dgm:prSet presAssocID="{7DE6FC0E-6F73-465C-8732-EDD1A0899048}" presName="compNode" presStyleCnt="0"/>
      <dgm:spPr/>
    </dgm:pt>
    <dgm:pt modelId="{7E7C6702-17D0-473D-9C64-09893182A70F}" type="pres">
      <dgm:prSet presAssocID="{7DE6FC0E-6F73-465C-8732-EDD1A0899048}" presName="iconBgRect" presStyleLbl="bgShp" presStyleIdx="1" presStyleCnt="4"/>
      <dgm:spPr/>
    </dgm:pt>
    <dgm:pt modelId="{6247AE33-558C-46ED-A7FF-05E673833269}" type="pres">
      <dgm:prSet presAssocID="{7DE6FC0E-6F73-465C-8732-EDD1A089904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A9AD83B-9489-4555-A7B0-9DCC6765F8A7}" type="pres">
      <dgm:prSet presAssocID="{7DE6FC0E-6F73-465C-8732-EDD1A0899048}" presName="spaceRect" presStyleCnt="0"/>
      <dgm:spPr/>
    </dgm:pt>
    <dgm:pt modelId="{5F951E89-E3F8-4F6E-AEDD-626639039DBD}" type="pres">
      <dgm:prSet presAssocID="{7DE6FC0E-6F73-465C-8732-EDD1A0899048}" presName="textRect" presStyleLbl="revTx" presStyleIdx="1" presStyleCnt="4">
        <dgm:presLayoutVars>
          <dgm:chMax val="1"/>
          <dgm:chPref val="1"/>
        </dgm:presLayoutVars>
      </dgm:prSet>
      <dgm:spPr/>
    </dgm:pt>
    <dgm:pt modelId="{24A964BE-F302-4D88-9F11-D112835BDE84}" type="pres">
      <dgm:prSet presAssocID="{5F9706FE-BCA1-4AFE-A378-D0B11683E179}" presName="sibTrans" presStyleLbl="sibTrans2D1" presStyleIdx="0" presStyleCnt="0"/>
      <dgm:spPr/>
    </dgm:pt>
    <dgm:pt modelId="{0571F1D4-33B1-43E6-92B1-A6458E8F8C25}" type="pres">
      <dgm:prSet presAssocID="{8E5A402F-C0F8-4B51-AC7C-CA09C8D2DCE6}" presName="compNode" presStyleCnt="0"/>
      <dgm:spPr/>
    </dgm:pt>
    <dgm:pt modelId="{4850B4CD-09BA-408B-89C3-79FBEA5DFD9E}" type="pres">
      <dgm:prSet presAssocID="{8E5A402F-C0F8-4B51-AC7C-CA09C8D2DCE6}" presName="iconBgRect" presStyleLbl="bgShp" presStyleIdx="2" presStyleCnt="4"/>
      <dgm:spPr/>
    </dgm:pt>
    <dgm:pt modelId="{CB833BD5-93C7-4A51-82A3-49173CF87334}" type="pres">
      <dgm:prSet presAssocID="{8E5A402F-C0F8-4B51-AC7C-CA09C8D2DCE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D0032CD-01EE-4DB5-82CC-0766CD298165}" type="pres">
      <dgm:prSet presAssocID="{8E5A402F-C0F8-4B51-AC7C-CA09C8D2DCE6}" presName="spaceRect" presStyleCnt="0"/>
      <dgm:spPr/>
    </dgm:pt>
    <dgm:pt modelId="{1AD81560-C3E5-47C6-999F-D3A73AAABE48}" type="pres">
      <dgm:prSet presAssocID="{8E5A402F-C0F8-4B51-AC7C-CA09C8D2DCE6}" presName="textRect" presStyleLbl="revTx" presStyleIdx="2" presStyleCnt="4">
        <dgm:presLayoutVars>
          <dgm:chMax val="1"/>
          <dgm:chPref val="1"/>
        </dgm:presLayoutVars>
      </dgm:prSet>
      <dgm:spPr/>
    </dgm:pt>
    <dgm:pt modelId="{51AFC330-6978-48DD-B2DB-ACDDA49264FC}" type="pres">
      <dgm:prSet presAssocID="{D366F613-F3D3-4D9F-9C95-20D1C4DABDA6}" presName="sibTrans" presStyleLbl="sibTrans2D1" presStyleIdx="0" presStyleCnt="0"/>
      <dgm:spPr/>
    </dgm:pt>
    <dgm:pt modelId="{F8AE2A20-F0CC-4791-BCBC-3A8B09A5CC84}" type="pres">
      <dgm:prSet presAssocID="{DC2C3012-4BEC-4B0F-9023-D671CEF6491A}" presName="compNode" presStyleCnt="0"/>
      <dgm:spPr/>
    </dgm:pt>
    <dgm:pt modelId="{127BDC0F-1A9F-4ADA-B1A6-1EC5EA15637F}" type="pres">
      <dgm:prSet presAssocID="{DC2C3012-4BEC-4B0F-9023-D671CEF6491A}" presName="iconBgRect" presStyleLbl="bgShp" presStyleIdx="3" presStyleCnt="4"/>
      <dgm:spPr/>
    </dgm:pt>
    <dgm:pt modelId="{E72E28B3-31C4-43CD-9BEE-6A9696DEDBB0}" type="pres">
      <dgm:prSet presAssocID="{DC2C3012-4BEC-4B0F-9023-D671CEF6491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32149DD-630F-46EF-80C3-F19A4A7AFEE6}" type="pres">
      <dgm:prSet presAssocID="{DC2C3012-4BEC-4B0F-9023-D671CEF6491A}" presName="spaceRect" presStyleCnt="0"/>
      <dgm:spPr/>
    </dgm:pt>
    <dgm:pt modelId="{9F82F862-CF15-4CFD-9061-7B2E321F7396}" type="pres">
      <dgm:prSet presAssocID="{DC2C3012-4BEC-4B0F-9023-D671CEF6491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833123-4ACC-4785-914A-F9ED8EC5B857}" type="presOf" srcId="{7DE6FC0E-6F73-465C-8732-EDD1A0899048}" destId="{5F951E89-E3F8-4F6E-AEDD-626639039DBD}" srcOrd="0" destOrd="0" presId="urn:microsoft.com/office/officeart/2018/2/layout/IconCircleList"/>
    <dgm:cxn modelId="{D06B2D2B-9D31-449D-A4D7-04FBE04968E5}" type="presOf" srcId="{D131459F-46AB-4F6D-8E63-EBC1AEADBF26}" destId="{5B9A533D-7165-463A-A829-D322E4736669}" srcOrd="0" destOrd="0" presId="urn:microsoft.com/office/officeart/2018/2/layout/IconCircleList"/>
    <dgm:cxn modelId="{8D89622C-DA61-4149-8243-B9862CA528D0}" srcId="{D131459F-46AB-4F6D-8E63-EBC1AEADBF26}" destId="{7DE6FC0E-6F73-465C-8732-EDD1A0899048}" srcOrd="1" destOrd="0" parTransId="{894BF6BD-B337-4C37-8B86-7975DB594DA7}" sibTransId="{5F9706FE-BCA1-4AFE-A378-D0B11683E179}"/>
    <dgm:cxn modelId="{3E1B3C32-ED62-4A18-8495-50F89095AC1E}" type="presOf" srcId="{D366F613-F3D3-4D9F-9C95-20D1C4DABDA6}" destId="{51AFC330-6978-48DD-B2DB-ACDDA49264FC}" srcOrd="0" destOrd="0" presId="urn:microsoft.com/office/officeart/2018/2/layout/IconCircleList"/>
    <dgm:cxn modelId="{AED1F646-0B05-4856-9F75-71AE57FD4D70}" srcId="{D131459F-46AB-4F6D-8E63-EBC1AEADBF26}" destId="{8E5A402F-C0F8-4B51-AC7C-CA09C8D2DCE6}" srcOrd="2" destOrd="0" parTransId="{8FB32DBA-9692-4A25-A548-3796C633CC4E}" sibTransId="{D366F613-F3D3-4D9F-9C95-20D1C4DABDA6}"/>
    <dgm:cxn modelId="{5042D867-AD8E-4E56-9897-80CDFDC60565}" srcId="{D131459F-46AB-4F6D-8E63-EBC1AEADBF26}" destId="{461BAD6A-217D-4AC0-8B54-A16D602A27ED}" srcOrd="0" destOrd="0" parTransId="{1E5C61FE-B829-403A-A63D-DDCA09DBCE76}" sibTransId="{87F43E8F-C0A0-430F-90B0-2D8F9CDF2FD3}"/>
    <dgm:cxn modelId="{C347EBA2-07C5-4FA5-BB8D-4451FD525F3F}" type="presOf" srcId="{5F9706FE-BCA1-4AFE-A378-D0B11683E179}" destId="{24A964BE-F302-4D88-9F11-D112835BDE84}" srcOrd="0" destOrd="0" presId="urn:microsoft.com/office/officeart/2018/2/layout/IconCircleList"/>
    <dgm:cxn modelId="{4F71D4A8-FC8D-4D74-BB52-D4A103750393}" type="presOf" srcId="{8E5A402F-C0F8-4B51-AC7C-CA09C8D2DCE6}" destId="{1AD81560-C3E5-47C6-999F-D3A73AAABE48}" srcOrd="0" destOrd="0" presId="urn:microsoft.com/office/officeart/2018/2/layout/IconCircleList"/>
    <dgm:cxn modelId="{1F374FAA-AF59-4069-8763-A3080152BB68}" srcId="{D131459F-46AB-4F6D-8E63-EBC1AEADBF26}" destId="{DC2C3012-4BEC-4B0F-9023-D671CEF6491A}" srcOrd="3" destOrd="0" parTransId="{2CEF00CC-DAAC-4C16-85DD-52CB4AFCC7AB}" sibTransId="{E79D6CFC-65BD-4C59-B442-3792C8C87E1B}"/>
    <dgm:cxn modelId="{EB1118BA-4B0A-4F7D-B361-C0140B834D92}" type="presOf" srcId="{DC2C3012-4BEC-4B0F-9023-D671CEF6491A}" destId="{9F82F862-CF15-4CFD-9061-7B2E321F7396}" srcOrd="0" destOrd="0" presId="urn:microsoft.com/office/officeart/2018/2/layout/IconCircleList"/>
    <dgm:cxn modelId="{55CC60DE-1589-488B-8A5B-19B06A445E39}" type="presOf" srcId="{87F43E8F-C0A0-430F-90B0-2D8F9CDF2FD3}" destId="{E7A5B18E-7047-451A-A91D-F033E35519D0}" srcOrd="0" destOrd="0" presId="urn:microsoft.com/office/officeart/2018/2/layout/IconCircleList"/>
    <dgm:cxn modelId="{3F641FF7-2196-460E-8610-EBBEF51E30EA}" type="presOf" srcId="{461BAD6A-217D-4AC0-8B54-A16D602A27ED}" destId="{33664791-9749-4858-B9B5-AFA37FD1BE81}" srcOrd="0" destOrd="0" presId="urn:microsoft.com/office/officeart/2018/2/layout/IconCircleList"/>
    <dgm:cxn modelId="{AD237FE8-171F-4B4A-A753-C47D0DB6A84B}" type="presParOf" srcId="{5B9A533D-7165-463A-A829-D322E4736669}" destId="{B21E34F3-E2B6-4D8B-BB4C-E06D1DD6B3AF}" srcOrd="0" destOrd="0" presId="urn:microsoft.com/office/officeart/2018/2/layout/IconCircleList"/>
    <dgm:cxn modelId="{7CE8A225-9798-4B6C-A59A-4316C8FF2588}" type="presParOf" srcId="{B21E34F3-E2B6-4D8B-BB4C-E06D1DD6B3AF}" destId="{74619F93-145B-4EB2-A8F6-6DB9D0CAE0B6}" srcOrd="0" destOrd="0" presId="urn:microsoft.com/office/officeart/2018/2/layout/IconCircleList"/>
    <dgm:cxn modelId="{9AF94BF0-A07A-4325-A365-F8454AB29D70}" type="presParOf" srcId="{74619F93-145B-4EB2-A8F6-6DB9D0CAE0B6}" destId="{6773E82E-5916-423D-9989-4084DB99DFE0}" srcOrd="0" destOrd="0" presId="urn:microsoft.com/office/officeart/2018/2/layout/IconCircleList"/>
    <dgm:cxn modelId="{1BE8DD83-FF9B-4DF4-879B-56F8E1C6EAE8}" type="presParOf" srcId="{74619F93-145B-4EB2-A8F6-6DB9D0CAE0B6}" destId="{5BC04D4F-92D1-4087-BC5B-BCD0945CAC5A}" srcOrd="1" destOrd="0" presId="urn:microsoft.com/office/officeart/2018/2/layout/IconCircleList"/>
    <dgm:cxn modelId="{8E223F99-0E49-463B-82D8-E8049E8B324E}" type="presParOf" srcId="{74619F93-145B-4EB2-A8F6-6DB9D0CAE0B6}" destId="{FD73F68A-6797-4D2C-A13F-DD4E2362777D}" srcOrd="2" destOrd="0" presId="urn:microsoft.com/office/officeart/2018/2/layout/IconCircleList"/>
    <dgm:cxn modelId="{659B0A3F-C12A-4A6D-9110-A42DF76AB5BC}" type="presParOf" srcId="{74619F93-145B-4EB2-A8F6-6DB9D0CAE0B6}" destId="{33664791-9749-4858-B9B5-AFA37FD1BE81}" srcOrd="3" destOrd="0" presId="urn:microsoft.com/office/officeart/2018/2/layout/IconCircleList"/>
    <dgm:cxn modelId="{9510ABEF-4651-4D1C-9ED4-132C652A73F1}" type="presParOf" srcId="{B21E34F3-E2B6-4D8B-BB4C-E06D1DD6B3AF}" destId="{E7A5B18E-7047-451A-A91D-F033E35519D0}" srcOrd="1" destOrd="0" presId="urn:microsoft.com/office/officeart/2018/2/layout/IconCircleList"/>
    <dgm:cxn modelId="{0422E292-F51C-42D6-9574-321EB5380F39}" type="presParOf" srcId="{B21E34F3-E2B6-4D8B-BB4C-E06D1DD6B3AF}" destId="{49738607-E8D6-467E-B846-49FCA0514ADD}" srcOrd="2" destOrd="0" presId="urn:microsoft.com/office/officeart/2018/2/layout/IconCircleList"/>
    <dgm:cxn modelId="{BE95C5E1-CAD4-4F65-A741-090595380B13}" type="presParOf" srcId="{49738607-E8D6-467E-B846-49FCA0514ADD}" destId="{7E7C6702-17D0-473D-9C64-09893182A70F}" srcOrd="0" destOrd="0" presId="urn:microsoft.com/office/officeart/2018/2/layout/IconCircleList"/>
    <dgm:cxn modelId="{EBE6D282-337C-406D-93D0-7CDC723B583B}" type="presParOf" srcId="{49738607-E8D6-467E-B846-49FCA0514ADD}" destId="{6247AE33-558C-46ED-A7FF-05E673833269}" srcOrd="1" destOrd="0" presId="urn:microsoft.com/office/officeart/2018/2/layout/IconCircleList"/>
    <dgm:cxn modelId="{99639C59-1C5D-41DE-B1E2-BD80673F341A}" type="presParOf" srcId="{49738607-E8D6-467E-B846-49FCA0514ADD}" destId="{9A9AD83B-9489-4555-A7B0-9DCC6765F8A7}" srcOrd="2" destOrd="0" presId="urn:microsoft.com/office/officeart/2018/2/layout/IconCircleList"/>
    <dgm:cxn modelId="{7F377775-DB16-43A8-A172-66DCFA8C00C7}" type="presParOf" srcId="{49738607-E8D6-467E-B846-49FCA0514ADD}" destId="{5F951E89-E3F8-4F6E-AEDD-626639039DBD}" srcOrd="3" destOrd="0" presId="urn:microsoft.com/office/officeart/2018/2/layout/IconCircleList"/>
    <dgm:cxn modelId="{0151B6CA-173E-4FA6-BCBE-EB650400DD8D}" type="presParOf" srcId="{B21E34F3-E2B6-4D8B-BB4C-E06D1DD6B3AF}" destId="{24A964BE-F302-4D88-9F11-D112835BDE84}" srcOrd="3" destOrd="0" presId="urn:microsoft.com/office/officeart/2018/2/layout/IconCircleList"/>
    <dgm:cxn modelId="{C57106DB-5C38-4A04-86C2-2DC39D7E4187}" type="presParOf" srcId="{B21E34F3-E2B6-4D8B-BB4C-E06D1DD6B3AF}" destId="{0571F1D4-33B1-43E6-92B1-A6458E8F8C25}" srcOrd="4" destOrd="0" presId="urn:microsoft.com/office/officeart/2018/2/layout/IconCircleList"/>
    <dgm:cxn modelId="{6E274CD0-9392-4A17-A781-D7AA887F635A}" type="presParOf" srcId="{0571F1D4-33B1-43E6-92B1-A6458E8F8C25}" destId="{4850B4CD-09BA-408B-89C3-79FBEA5DFD9E}" srcOrd="0" destOrd="0" presId="urn:microsoft.com/office/officeart/2018/2/layout/IconCircleList"/>
    <dgm:cxn modelId="{9B17D552-E80B-4933-8B57-03796CB12D46}" type="presParOf" srcId="{0571F1D4-33B1-43E6-92B1-A6458E8F8C25}" destId="{CB833BD5-93C7-4A51-82A3-49173CF87334}" srcOrd="1" destOrd="0" presId="urn:microsoft.com/office/officeart/2018/2/layout/IconCircleList"/>
    <dgm:cxn modelId="{A4FF3387-3201-458B-80DF-F9633BC75D91}" type="presParOf" srcId="{0571F1D4-33B1-43E6-92B1-A6458E8F8C25}" destId="{5D0032CD-01EE-4DB5-82CC-0766CD298165}" srcOrd="2" destOrd="0" presId="urn:microsoft.com/office/officeart/2018/2/layout/IconCircleList"/>
    <dgm:cxn modelId="{C4882FBF-AECA-4830-A287-2F41D079E5B1}" type="presParOf" srcId="{0571F1D4-33B1-43E6-92B1-A6458E8F8C25}" destId="{1AD81560-C3E5-47C6-999F-D3A73AAABE48}" srcOrd="3" destOrd="0" presId="urn:microsoft.com/office/officeart/2018/2/layout/IconCircleList"/>
    <dgm:cxn modelId="{5A995BA1-7108-4D7B-8758-8095F66A4F99}" type="presParOf" srcId="{B21E34F3-E2B6-4D8B-BB4C-E06D1DD6B3AF}" destId="{51AFC330-6978-48DD-B2DB-ACDDA49264FC}" srcOrd="5" destOrd="0" presId="urn:microsoft.com/office/officeart/2018/2/layout/IconCircleList"/>
    <dgm:cxn modelId="{DC3B51E0-49CE-4820-A080-C562CDAD32AD}" type="presParOf" srcId="{B21E34F3-E2B6-4D8B-BB4C-E06D1DD6B3AF}" destId="{F8AE2A20-F0CC-4791-BCBC-3A8B09A5CC84}" srcOrd="6" destOrd="0" presId="urn:microsoft.com/office/officeart/2018/2/layout/IconCircleList"/>
    <dgm:cxn modelId="{804C6264-3507-4B90-B161-498A8C5C66A5}" type="presParOf" srcId="{F8AE2A20-F0CC-4791-BCBC-3A8B09A5CC84}" destId="{127BDC0F-1A9F-4ADA-B1A6-1EC5EA15637F}" srcOrd="0" destOrd="0" presId="urn:microsoft.com/office/officeart/2018/2/layout/IconCircleList"/>
    <dgm:cxn modelId="{184A7ACC-8889-4FCD-8722-C0E6D0105EBD}" type="presParOf" srcId="{F8AE2A20-F0CC-4791-BCBC-3A8B09A5CC84}" destId="{E72E28B3-31C4-43CD-9BEE-6A9696DEDBB0}" srcOrd="1" destOrd="0" presId="urn:microsoft.com/office/officeart/2018/2/layout/IconCircleList"/>
    <dgm:cxn modelId="{F08955C1-9E70-4AD9-9085-29DB82A2102D}" type="presParOf" srcId="{F8AE2A20-F0CC-4791-BCBC-3A8B09A5CC84}" destId="{432149DD-630F-46EF-80C3-F19A4A7AFEE6}" srcOrd="2" destOrd="0" presId="urn:microsoft.com/office/officeart/2018/2/layout/IconCircleList"/>
    <dgm:cxn modelId="{7069B525-486C-46A3-A024-E0AA5A8416C6}" type="presParOf" srcId="{F8AE2A20-F0CC-4791-BCBC-3A8B09A5CC84}" destId="{9F82F862-CF15-4CFD-9061-7B2E321F739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6AE2AE-E469-4FDC-B479-A8F6B464740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6C423C3-E888-4142-8948-755811A8175D}">
      <dgm:prSet/>
      <dgm:spPr/>
      <dgm:t>
        <a:bodyPr/>
        <a:lstStyle/>
        <a:p>
          <a:r>
            <a:rPr lang="en-US"/>
            <a:t>Data Silos Destroy Insights</a:t>
          </a:r>
        </a:p>
      </dgm:t>
    </dgm:pt>
    <dgm:pt modelId="{91FFEFA2-C5AA-4FDA-BA0D-2B8B41939EBB}" type="parTrans" cxnId="{91780E0F-86C3-4979-BB70-891BA291AE6C}">
      <dgm:prSet/>
      <dgm:spPr/>
      <dgm:t>
        <a:bodyPr/>
        <a:lstStyle/>
        <a:p>
          <a:endParaRPr lang="en-US"/>
        </a:p>
      </dgm:t>
    </dgm:pt>
    <dgm:pt modelId="{6A72E85C-216D-4559-85AE-CB8D90774B0D}" type="sibTrans" cxnId="{91780E0F-86C3-4979-BB70-891BA291AE6C}">
      <dgm:prSet/>
      <dgm:spPr/>
      <dgm:t>
        <a:bodyPr/>
        <a:lstStyle/>
        <a:p>
          <a:endParaRPr lang="en-US"/>
        </a:p>
      </dgm:t>
    </dgm:pt>
    <dgm:pt modelId="{ADD460C8-28BB-4C40-8810-179CD7AE3361}">
      <dgm:prSet/>
      <dgm:spPr/>
      <dgm:t>
        <a:bodyPr/>
        <a:lstStyle/>
        <a:p>
          <a:r>
            <a:rPr lang="en-US" dirty="0"/>
            <a:t>CRM Database tracks who leaves.</a:t>
          </a:r>
        </a:p>
      </dgm:t>
    </dgm:pt>
    <dgm:pt modelId="{82C2AF39-81F4-4E23-BB9B-50D35857070A}" type="parTrans" cxnId="{26A1BF8D-6244-400F-80FE-F550B4918DDB}">
      <dgm:prSet/>
      <dgm:spPr/>
      <dgm:t>
        <a:bodyPr/>
        <a:lstStyle/>
        <a:p>
          <a:endParaRPr lang="en-US"/>
        </a:p>
      </dgm:t>
    </dgm:pt>
    <dgm:pt modelId="{3DCE6470-37C8-4A82-A574-E5D394508D9F}" type="sibTrans" cxnId="{26A1BF8D-6244-400F-80FE-F550B4918DDB}">
      <dgm:prSet/>
      <dgm:spPr/>
      <dgm:t>
        <a:bodyPr/>
        <a:lstStyle/>
        <a:p>
          <a:endParaRPr lang="en-US"/>
        </a:p>
      </dgm:t>
    </dgm:pt>
    <dgm:pt modelId="{4AC7CE0B-37A5-4CD5-A432-E627BF5EA866}">
      <dgm:prSet/>
      <dgm:spPr/>
      <dgm:t>
        <a:bodyPr/>
        <a:lstStyle/>
        <a:p>
          <a:r>
            <a:rPr lang="en-US" dirty="0"/>
            <a:t>POS Database tracks who buys.</a:t>
          </a:r>
        </a:p>
      </dgm:t>
    </dgm:pt>
    <dgm:pt modelId="{A2CE01E7-13A4-4F20-94B7-7A147A843954}" type="parTrans" cxnId="{4D188EF7-8C42-46FD-9774-5D0CFC393865}">
      <dgm:prSet/>
      <dgm:spPr/>
      <dgm:t>
        <a:bodyPr/>
        <a:lstStyle/>
        <a:p>
          <a:endParaRPr lang="en-US"/>
        </a:p>
      </dgm:t>
    </dgm:pt>
    <dgm:pt modelId="{843F13B5-018F-4F80-BB18-236D6F0EAEED}" type="sibTrans" cxnId="{4D188EF7-8C42-46FD-9774-5D0CFC393865}">
      <dgm:prSet/>
      <dgm:spPr/>
      <dgm:t>
        <a:bodyPr/>
        <a:lstStyle/>
        <a:p>
          <a:endParaRPr lang="en-US"/>
        </a:p>
      </dgm:t>
    </dgm:pt>
    <dgm:pt modelId="{39C355B2-19D0-4274-B08F-C59972E63C42}">
      <dgm:prSet/>
      <dgm:spPr/>
      <dgm:t>
        <a:bodyPr/>
        <a:lstStyle/>
        <a:p>
          <a:r>
            <a:rPr lang="en-US" dirty="0"/>
            <a:t>Problem: We couldn't see the whole customer journey.</a:t>
          </a:r>
        </a:p>
      </dgm:t>
    </dgm:pt>
    <dgm:pt modelId="{9E32431D-32F2-4697-8DA3-7569A50728A8}" type="parTrans" cxnId="{0ED76DB8-BEA7-471C-9E83-42A41A735141}">
      <dgm:prSet/>
      <dgm:spPr/>
      <dgm:t>
        <a:bodyPr/>
        <a:lstStyle/>
        <a:p>
          <a:endParaRPr lang="en-US"/>
        </a:p>
      </dgm:t>
    </dgm:pt>
    <dgm:pt modelId="{73CB8A10-9A74-40CF-98E0-CC07AC615A32}" type="sibTrans" cxnId="{0ED76DB8-BEA7-471C-9E83-42A41A735141}">
      <dgm:prSet/>
      <dgm:spPr/>
      <dgm:t>
        <a:bodyPr/>
        <a:lstStyle/>
        <a:p>
          <a:endParaRPr lang="en-US"/>
        </a:p>
      </dgm:t>
    </dgm:pt>
    <dgm:pt modelId="{49DDB8A4-CE58-4E7F-9157-525BD1D18C53}">
      <dgm:prSet/>
      <dgm:spPr/>
      <dgm:t>
        <a:bodyPr/>
        <a:lstStyle/>
        <a:p>
          <a:r>
            <a:rPr lang="en-US" dirty="0"/>
            <a:t>Solution: A unified Relational Data Architecture.</a:t>
          </a:r>
        </a:p>
      </dgm:t>
    </dgm:pt>
    <dgm:pt modelId="{EC450B8A-ECE0-4281-9E1B-797A6D141BAC}" type="parTrans" cxnId="{AA028563-4B1D-49E9-94FD-FCE9535016EA}">
      <dgm:prSet/>
      <dgm:spPr/>
      <dgm:t>
        <a:bodyPr/>
        <a:lstStyle/>
        <a:p>
          <a:endParaRPr lang="en-US"/>
        </a:p>
      </dgm:t>
    </dgm:pt>
    <dgm:pt modelId="{1906BFD6-8933-42FF-AD8D-F9713EC132BB}" type="sibTrans" cxnId="{AA028563-4B1D-49E9-94FD-FCE9535016EA}">
      <dgm:prSet/>
      <dgm:spPr/>
      <dgm:t>
        <a:bodyPr/>
        <a:lstStyle/>
        <a:p>
          <a:endParaRPr lang="en-US"/>
        </a:p>
      </dgm:t>
    </dgm:pt>
    <dgm:pt modelId="{B86048C9-24B7-4036-B975-E5C7A0AC2DB9}" type="pres">
      <dgm:prSet presAssocID="{566AE2AE-E469-4FDC-B479-A8F6B4647401}" presName="root" presStyleCnt="0">
        <dgm:presLayoutVars>
          <dgm:dir/>
          <dgm:resizeHandles val="exact"/>
        </dgm:presLayoutVars>
      </dgm:prSet>
      <dgm:spPr/>
    </dgm:pt>
    <dgm:pt modelId="{4AD8A31A-249E-4D02-9D76-7AE588E71DE8}" type="pres">
      <dgm:prSet presAssocID="{566AE2AE-E469-4FDC-B479-A8F6B4647401}" presName="container" presStyleCnt="0">
        <dgm:presLayoutVars>
          <dgm:dir/>
          <dgm:resizeHandles val="exact"/>
        </dgm:presLayoutVars>
      </dgm:prSet>
      <dgm:spPr/>
    </dgm:pt>
    <dgm:pt modelId="{5F334A6C-4BC1-4F65-81DD-141A66828D86}" type="pres">
      <dgm:prSet presAssocID="{16C423C3-E888-4142-8948-755811A8175D}" presName="compNode" presStyleCnt="0"/>
      <dgm:spPr/>
    </dgm:pt>
    <dgm:pt modelId="{4CC20D33-3330-4F01-99EE-409AD12A4CAF}" type="pres">
      <dgm:prSet presAssocID="{16C423C3-E888-4142-8948-755811A8175D}" presName="iconBgRect" presStyleLbl="bgShp" presStyleIdx="0" presStyleCnt="5"/>
      <dgm:spPr/>
    </dgm:pt>
    <dgm:pt modelId="{47380F29-C517-4FE6-A96F-1DB66CEFB229}" type="pres">
      <dgm:prSet presAssocID="{16C423C3-E888-4142-8948-755811A8175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94C3ABA-FB75-420C-8F57-5498E9712DD4}" type="pres">
      <dgm:prSet presAssocID="{16C423C3-E888-4142-8948-755811A8175D}" presName="spaceRect" presStyleCnt="0"/>
      <dgm:spPr/>
    </dgm:pt>
    <dgm:pt modelId="{FC19F948-832D-4711-8542-AF136EB66E9B}" type="pres">
      <dgm:prSet presAssocID="{16C423C3-E888-4142-8948-755811A8175D}" presName="textRect" presStyleLbl="revTx" presStyleIdx="0" presStyleCnt="5">
        <dgm:presLayoutVars>
          <dgm:chMax val="1"/>
          <dgm:chPref val="1"/>
        </dgm:presLayoutVars>
      </dgm:prSet>
      <dgm:spPr/>
    </dgm:pt>
    <dgm:pt modelId="{F666403A-6AF2-430B-9673-4FF7CE70BEFD}" type="pres">
      <dgm:prSet presAssocID="{6A72E85C-216D-4559-85AE-CB8D90774B0D}" presName="sibTrans" presStyleLbl="sibTrans2D1" presStyleIdx="0" presStyleCnt="0"/>
      <dgm:spPr/>
    </dgm:pt>
    <dgm:pt modelId="{6A72EB71-DF4D-4680-ABA5-8696724ED0D5}" type="pres">
      <dgm:prSet presAssocID="{ADD460C8-28BB-4C40-8810-179CD7AE3361}" presName="compNode" presStyleCnt="0"/>
      <dgm:spPr/>
    </dgm:pt>
    <dgm:pt modelId="{42B6589C-7C68-4770-A65A-CDF9FBDA86EB}" type="pres">
      <dgm:prSet presAssocID="{ADD460C8-28BB-4C40-8810-179CD7AE3361}" presName="iconBgRect" presStyleLbl="bgShp" presStyleIdx="1" presStyleCnt="5"/>
      <dgm:spPr/>
    </dgm:pt>
    <dgm:pt modelId="{30B8D1EB-BD56-42BE-B5F5-EFFC90433B40}" type="pres">
      <dgm:prSet presAssocID="{ADD460C8-28BB-4C40-8810-179CD7AE336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D48838E-41A0-4898-B695-95BA6880E8C8}" type="pres">
      <dgm:prSet presAssocID="{ADD460C8-28BB-4C40-8810-179CD7AE3361}" presName="spaceRect" presStyleCnt="0"/>
      <dgm:spPr/>
    </dgm:pt>
    <dgm:pt modelId="{1CA3D7D4-5B46-4147-ACBD-B6CF2D8D53FA}" type="pres">
      <dgm:prSet presAssocID="{ADD460C8-28BB-4C40-8810-179CD7AE3361}" presName="textRect" presStyleLbl="revTx" presStyleIdx="1" presStyleCnt="5">
        <dgm:presLayoutVars>
          <dgm:chMax val="1"/>
          <dgm:chPref val="1"/>
        </dgm:presLayoutVars>
      </dgm:prSet>
      <dgm:spPr/>
    </dgm:pt>
    <dgm:pt modelId="{32949D7F-0BB2-43D6-B3E1-0F75859BBAD7}" type="pres">
      <dgm:prSet presAssocID="{3DCE6470-37C8-4A82-A574-E5D394508D9F}" presName="sibTrans" presStyleLbl="sibTrans2D1" presStyleIdx="0" presStyleCnt="0"/>
      <dgm:spPr/>
    </dgm:pt>
    <dgm:pt modelId="{2B12B19E-7382-44A6-A2A6-E66BAF195CCA}" type="pres">
      <dgm:prSet presAssocID="{4AC7CE0B-37A5-4CD5-A432-E627BF5EA866}" presName="compNode" presStyleCnt="0"/>
      <dgm:spPr/>
    </dgm:pt>
    <dgm:pt modelId="{DCC8601D-CCD7-4D51-A09C-C66992748DF6}" type="pres">
      <dgm:prSet presAssocID="{4AC7CE0B-37A5-4CD5-A432-E627BF5EA866}" presName="iconBgRect" presStyleLbl="bgShp" presStyleIdx="2" presStyleCnt="5"/>
      <dgm:spPr/>
    </dgm:pt>
    <dgm:pt modelId="{BEB9FD16-2D93-4691-B708-D0999A9D1210}" type="pres">
      <dgm:prSet presAssocID="{4AC7CE0B-37A5-4CD5-A432-E627BF5EA86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F09A43CD-EB62-4C5B-9530-D04E89EFF3B3}" type="pres">
      <dgm:prSet presAssocID="{4AC7CE0B-37A5-4CD5-A432-E627BF5EA866}" presName="spaceRect" presStyleCnt="0"/>
      <dgm:spPr/>
    </dgm:pt>
    <dgm:pt modelId="{D2DC9C36-15D6-4499-B44E-160807DCB988}" type="pres">
      <dgm:prSet presAssocID="{4AC7CE0B-37A5-4CD5-A432-E627BF5EA866}" presName="textRect" presStyleLbl="revTx" presStyleIdx="2" presStyleCnt="5">
        <dgm:presLayoutVars>
          <dgm:chMax val="1"/>
          <dgm:chPref val="1"/>
        </dgm:presLayoutVars>
      </dgm:prSet>
      <dgm:spPr/>
    </dgm:pt>
    <dgm:pt modelId="{E80868A3-AB88-4556-9FA1-3CD97849336D}" type="pres">
      <dgm:prSet presAssocID="{843F13B5-018F-4F80-BB18-236D6F0EAEED}" presName="sibTrans" presStyleLbl="sibTrans2D1" presStyleIdx="0" presStyleCnt="0"/>
      <dgm:spPr/>
    </dgm:pt>
    <dgm:pt modelId="{379EB8D3-A91E-4542-8645-2E7DC9108F98}" type="pres">
      <dgm:prSet presAssocID="{39C355B2-19D0-4274-B08F-C59972E63C42}" presName="compNode" presStyleCnt="0"/>
      <dgm:spPr/>
    </dgm:pt>
    <dgm:pt modelId="{524304D4-F04E-4964-A51C-346F2B2903BF}" type="pres">
      <dgm:prSet presAssocID="{39C355B2-19D0-4274-B08F-C59972E63C42}" presName="iconBgRect" presStyleLbl="bgShp" presStyleIdx="3" presStyleCnt="5"/>
      <dgm:spPr/>
    </dgm:pt>
    <dgm:pt modelId="{F4CA3BE2-0BD7-4120-BF49-4FE78AE60D84}" type="pres">
      <dgm:prSet presAssocID="{39C355B2-19D0-4274-B08F-C59972E63C4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027D918-34C6-4903-AFFB-D81C5EA49986}" type="pres">
      <dgm:prSet presAssocID="{39C355B2-19D0-4274-B08F-C59972E63C42}" presName="spaceRect" presStyleCnt="0"/>
      <dgm:spPr/>
    </dgm:pt>
    <dgm:pt modelId="{42BD39E9-982B-4A81-BF37-733AE44D7D50}" type="pres">
      <dgm:prSet presAssocID="{39C355B2-19D0-4274-B08F-C59972E63C42}" presName="textRect" presStyleLbl="revTx" presStyleIdx="3" presStyleCnt="5">
        <dgm:presLayoutVars>
          <dgm:chMax val="1"/>
          <dgm:chPref val="1"/>
        </dgm:presLayoutVars>
      </dgm:prSet>
      <dgm:spPr/>
    </dgm:pt>
    <dgm:pt modelId="{9F6AEDF6-006F-4D52-87ED-ED7B871C5475}" type="pres">
      <dgm:prSet presAssocID="{73CB8A10-9A74-40CF-98E0-CC07AC615A32}" presName="sibTrans" presStyleLbl="sibTrans2D1" presStyleIdx="0" presStyleCnt="0"/>
      <dgm:spPr/>
    </dgm:pt>
    <dgm:pt modelId="{47A48173-D47E-460E-861E-62385C517A7C}" type="pres">
      <dgm:prSet presAssocID="{49DDB8A4-CE58-4E7F-9157-525BD1D18C53}" presName="compNode" presStyleCnt="0"/>
      <dgm:spPr/>
    </dgm:pt>
    <dgm:pt modelId="{49E80266-5D09-4ABA-9419-9DA1601AFD0C}" type="pres">
      <dgm:prSet presAssocID="{49DDB8A4-CE58-4E7F-9157-525BD1D18C53}" presName="iconBgRect" presStyleLbl="bgShp" presStyleIdx="4" presStyleCnt="5"/>
      <dgm:spPr/>
    </dgm:pt>
    <dgm:pt modelId="{3FE9718D-1966-495B-8C7A-5462E0FB450C}" type="pres">
      <dgm:prSet presAssocID="{49DDB8A4-CE58-4E7F-9157-525BD1D18C5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8EFC156-A7A1-4A6F-9CAE-2B661DBF8FA9}" type="pres">
      <dgm:prSet presAssocID="{49DDB8A4-CE58-4E7F-9157-525BD1D18C53}" presName="spaceRect" presStyleCnt="0"/>
      <dgm:spPr/>
    </dgm:pt>
    <dgm:pt modelId="{81C2F38D-11C6-44F9-A473-378EDD7E4AC6}" type="pres">
      <dgm:prSet presAssocID="{49DDB8A4-CE58-4E7F-9157-525BD1D18C5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1780E0F-86C3-4979-BB70-891BA291AE6C}" srcId="{566AE2AE-E469-4FDC-B479-A8F6B4647401}" destId="{16C423C3-E888-4142-8948-755811A8175D}" srcOrd="0" destOrd="0" parTransId="{91FFEFA2-C5AA-4FDA-BA0D-2B8B41939EBB}" sibTransId="{6A72E85C-216D-4559-85AE-CB8D90774B0D}"/>
    <dgm:cxn modelId="{E1540E22-AF18-4BCF-A2E0-20D96BFFEDE7}" type="presOf" srcId="{49DDB8A4-CE58-4E7F-9157-525BD1D18C53}" destId="{81C2F38D-11C6-44F9-A473-378EDD7E4AC6}" srcOrd="0" destOrd="0" presId="urn:microsoft.com/office/officeart/2018/2/layout/IconCircleList"/>
    <dgm:cxn modelId="{6E4CCB32-E9B3-407E-AD1B-04E2E1014DEE}" type="presOf" srcId="{73CB8A10-9A74-40CF-98E0-CC07AC615A32}" destId="{9F6AEDF6-006F-4D52-87ED-ED7B871C5475}" srcOrd="0" destOrd="0" presId="urn:microsoft.com/office/officeart/2018/2/layout/IconCircleList"/>
    <dgm:cxn modelId="{1198C05D-A3C5-4D3D-BC64-903729A76E2C}" type="presOf" srcId="{3DCE6470-37C8-4A82-A574-E5D394508D9F}" destId="{32949D7F-0BB2-43D6-B3E1-0F75859BBAD7}" srcOrd="0" destOrd="0" presId="urn:microsoft.com/office/officeart/2018/2/layout/IconCircleList"/>
    <dgm:cxn modelId="{AA028563-4B1D-49E9-94FD-FCE9535016EA}" srcId="{566AE2AE-E469-4FDC-B479-A8F6B4647401}" destId="{49DDB8A4-CE58-4E7F-9157-525BD1D18C53}" srcOrd="4" destOrd="0" parTransId="{EC450B8A-ECE0-4281-9E1B-797A6D141BAC}" sibTransId="{1906BFD6-8933-42FF-AD8D-F9713EC132BB}"/>
    <dgm:cxn modelId="{02512646-1921-482B-9E2C-AB2467A004FA}" type="presOf" srcId="{843F13B5-018F-4F80-BB18-236D6F0EAEED}" destId="{E80868A3-AB88-4556-9FA1-3CD97849336D}" srcOrd="0" destOrd="0" presId="urn:microsoft.com/office/officeart/2018/2/layout/IconCircleList"/>
    <dgm:cxn modelId="{2F636646-E6A6-4D49-AC21-9A735B3C57A4}" type="presOf" srcId="{39C355B2-19D0-4274-B08F-C59972E63C42}" destId="{42BD39E9-982B-4A81-BF37-733AE44D7D50}" srcOrd="0" destOrd="0" presId="urn:microsoft.com/office/officeart/2018/2/layout/IconCircleList"/>
    <dgm:cxn modelId="{35285D70-187C-4913-97A9-F8CA74615803}" type="presOf" srcId="{ADD460C8-28BB-4C40-8810-179CD7AE3361}" destId="{1CA3D7D4-5B46-4147-ACBD-B6CF2D8D53FA}" srcOrd="0" destOrd="0" presId="urn:microsoft.com/office/officeart/2018/2/layout/IconCircleList"/>
    <dgm:cxn modelId="{44405A55-3FF2-4323-BBD7-25F71D6CE0F5}" type="presOf" srcId="{16C423C3-E888-4142-8948-755811A8175D}" destId="{FC19F948-832D-4711-8542-AF136EB66E9B}" srcOrd="0" destOrd="0" presId="urn:microsoft.com/office/officeart/2018/2/layout/IconCircleList"/>
    <dgm:cxn modelId="{26A1BF8D-6244-400F-80FE-F550B4918DDB}" srcId="{566AE2AE-E469-4FDC-B479-A8F6B4647401}" destId="{ADD460C8-28BB-4C40-8810-179CD7AE3361}" srcOrd="1" destOrd="0" parTransId="{82C2AF39-81F4-4E23-BB9B-50D35857070A}" sibTransId="{3DCE6470-37C8-4A82-A574-E5D394508D9F}"/>
    <dgm:cxn modelId="{0ED76DB8-BEA7-471C-9E83-42A41A735141}" srcId="{566AE2AE-E469-4FDC-B479-A8F6B4647401}" destId="{39C355B2-19D0-4274-B08F-C59972E63C42}" srcOrd="3" destOrd="0" parTransId="{9E32431D-32F2-4697-8DA3-7569A50728A8}" sibTransId="{73CB8A10-9A74-40CF-98E0-CC07AC615A32}"/>
    <dgm:cxn modelId="{87D1C5B9-52B7-42A9-95A8-B4322ED9B3C7}" type="presOf" srcId="{566AE2AE-E469-4FDC-B479-A8F6B4647401}" destId="{B86048C9-24B7-4036-B975-E5C7A0AC2DB9}" srcOrd="0" destOrd="0" presId="urn:microsoft.com/office/officeart/2018/2/layout/IconCircleList"/>
    <dgm:cxn modelId="{E7A0BEF0-39A6-4497-878D-248D1290BA88}" type="presOf" srcId="{6A72E85C-216D-4559-85AE-CB8D90774B0D}" destId="{F666403A-6AF2-430B-9673-4FF7CE70BEFD}" srcOrd="0" destOrd="0" presId="urn:microsoft.com/office/officeart/2018/2/layout/IconCircleList"/>
    <dgm:cxn modelId="{4D188EF7-8C42-46FD-9774-5D0CFC393865}" srcId="{566AE2AE-E469-4FDC-B479-A8F6B4647401}" destId="{4AC7CE0B-37A5-4CD5-A432-E627BF5EA866}" srcOrd="2" destOrd="0" parTransId="{A2CE01E7-13A4-4F20-94B7-7A147A843954}" sibTransId="{843F13B5-018F-4F80-BB18-236D6F0EAEED}"/>
    <dgm:cxn modelId="{11E285FB-E9BF-4A5C-8E8C-3A978337251A}" type="presOf" srcId="{4AC7CE0B-37A5-4CD5-A432-E627BF5EA866}" destId="{D2DC9C36-15D6-4499-B44E-160807DCB988}" srcOrd="0" destOrd="0" presId="urn:microsoft.com/office/officeart/2018/2/layout/IconCircleList"/>
    <dgm:cxn modelId="{836E652D-7A39-417D-A253-C65FE9761052}" type="presParOf" srcId="{B86048C9-24B7-4036-B975-E5C7A0AC2DB9}" destId="{4AD8A31A-249E-4D02-9D76-7AE588E71DE8}" srcOrd="0" destOrd="0" presId="urn:microsoft.com/office/officeart/2018/2/layout/IconCircleList"/>
    <dgm:cxn modelId="{B42EFC96-4F27-4067-8F62-0ACD778F2E99}" type="presParOf" srcId="{4AD8A31A-249E-4D02-9D76-7AE588E71DE8}" destId="{5F334A6C-4BC1-4F65-81DD-141A66828D86}" srcOrd="0" destOrd="0" presId="urn:microsoft.com/office/officeart/2018/2/layout/IconCircleList"/>
    <dgm:cxn modelId="{6F0D42D7-FF28-4863-8FE4-2ABE83C7B5F8}" type="presParOf" srcId="{5F334A6C-4BC1-4F65-81DD-141A66828D86}" destId="{4CC20D33-3330-4F01-99EE-409AD12A4CAF}" srcOrd="0" destOrd="0" presId="urn:microsoft.com/office/officeart/2018/2/layout/IconCircleList"/>
    <dgm:cxn modelId="{93277903-6F75-4C57-A568-2EF33F4032BC}" type="presParOf" srcId="{5F334A6C-4BC1-4F65-81DD-141A66828D86}" destId="{47380F29-C517-4FE6-A96F-1DB66CEFB229}" srcOrd="1" destOrd="0" presId="urn:microsoft.com/office/officeart/2018/2/layout/IconCircleList"/>
    <dgm:cxn modelId="{38D629B2-DE8A-4912-B3F1-AD98620DEE5D}" type="presParOf" srcId="{5F334A6C-4BC1-4F65-81DD-141A66828D86}" destId="{A94C3ABA-FB75-420C-8F57-5498E9712DD4}" srcOrd="2" destOrd="0" presId="urn:microsoft.com/office/officeart/2018/2/layout/IconCircleList"/>
    <dgm:cxn modelId="{69126B77-BEC7-44B9-ADA5-20C20679001D}" type="presParOf" srcId="{5F334A6C-4BC1-4F65-81DD-141A66828D86}" destId="{FC19F948-832D-4711-8542-AF136EB66E9B}" srcOrd="3" destOrd="0" presId="urn:microsoft.com/office/officeart/2018/2/layout/IconCircleList"/>
    <dgm:cxn modelId="{287435C0-7CED-4412-BC47-A49C42EB3ABD}" type="presParOf" srcId="{4AD8A31A-249E-4D02-9D76-7AE588E71DE8}" destId="{F666403A-6AF2-430B-9673-4FF7CE70BEFD}" srcOrd="1" destOrd="0" presId="urn:microsoft.com/office/officeart/2018/2/layout/IconCircleList"/>
    <dgm:cxn modelId="{D553FC42-8352-48D7-93BF-84C3BE2DB81B}" type="presParOf" srcId="{4AD8A31A-249E-4D02-9D76-7AE588E71DE8}" destId="{6A72EB71-DF4D-4680-ABA5-8696724ED0D5}" srcOrd="2" destOrd="0" presId="urn:microsoft.com/office/officeart/2018/2/layout/IconCircleList"/>
    <dgm:cxn modelId="{65495018-0C1B-4E5B-A3D2-B2B2B0B312B8}" type="presParOf" srcId="{6A72EB71-DF4D-4680-ABA5-8696724ED0D5}" destId="{42B6589C-7C68-4770-A65A-CDF9FBDA86EB}" srcOrd="0" destOrd="0" presId="urn:microsoft.com/office/officeart/2018/2/layout/IconCircleList"/>
    <dgm:cxn modelId="{24472A2B-BA16-4AE7-87BB-B9F8ED5AB4E5}" type="presParOf" srcId="{6A72EB71-DF4D-4680-ABA5-8696724ED0D5}" destId="{30B8D1EB-BD56-42BE-B5F5-EFFC90433B40}" srcOrd="1" destOrd="0" presId="urn:microsoft.com/office/officeart/2018/2/layout/IconCircleList"/>
    <dgm:cxn modelId="{354755DE-0A9E-4A6E-BECF-C66E57574076}" type="presParOf" srcId="{6A72EB71-DF4D-4680-ABA5-8696724ED0D5}" destId="{BD48838E-41A0-4898-B695-95BA6880E8C8}" srcOrd="2" destOrd="0" presId="urn:microsoft.com/office/officeart/2018/2/layout/IconCircleList"/>
    <dgm:cxn modelId="{CB49A154-0E02-4026-A27B-0CC039E702A6}" type="presParOf" srcId="{6A72EB71-DF4D-4680-ABA5-8696724ED0D5}" destId="{1CA3D7D4-5B46-4147-ACBD-B6CF2D8D53FA}" srcOrd="3" destOrd="0" presId="urn:microsoft.com/office/officeart/2018/2/layout/IconCircleList"/>
    <dgm:cxn modelId="{D2390CDE-E046-4CB6-BF9E-5023F64AA402}" type="presParOf" srcId="{4AD8A31A-249E-4D02-9D76-7AE588E71DE8}" destId="{32949D7F-0BB2-43D6-B3E1-0F75859BBAD7}" srcOrd="3" destOrd="0" presId="urn:microsoft.com/office/officeart/2018/2/layout/IconCircleList"/>
    <dgm:cxn modelId="{46E9BF28-F9E5-4CFA-A86A-3FA21BF03653}" type="presParOf" srcId="{4AD8A31A-249E-4D02-9D76-7AE588E71DE8}" destId="{2B12B19E-7382-44A6-A2A6-E66BAF195CCA}" srcOrd="4" destOrd="0" presId="urn:microsoft.com/office/officeart/2018/2/layout/IconCircleList"/>
    <dgm:cxn modelId="{A832542D-B114-4B0D-8C90-25CDCB813BD2}" type="presParOf" srcId="{2B12B19E-7382-44A6-A2A6-E66BAF195CCA}" destId="{DCC8601D-CCD7-4D51-A09C-C66992748DF6}" srcOrd="0" destOrd="0" presId="urn:microsoft.com/office/officeart/2018/2/layout/IconCircleList"/>
    <dgm:cxn modelId="{9902F0F4-F9C7-4A57-BB91-3994E21AF6D0}" type="presParOf" srcId="{2B12B19E-7382-44A6-A2A6-E66BAF195CCA}" destId="{BEB9FD16-2D93-4691-B708-D0999A9D1210}" srcOrd="1" destOrd="0" presId="urn:microsoft.com/office/officeart/2018/2/layout/IconCircleList"/>
    <dgm:cxn modelId="{54B0D549-497B-4AAC-9DB1-48B56C009E3A}" type="presParOf" srcId="{2B12B19E-7382-44A6-A2A6-E66BAF195CCA}" destId="{F09A43CD-EB62-4C5B-9530-D04E89EFF3B3}" srcOrd="2" destOrd="0" presId="urn:microsoft.com/office/officeart/2018/2/layout/IconCircleList"/>
    <dgm:cxn modelId="{3E5687DC-79E8-4EE8-A8B7-D92B5ABB0E87}" type="presParOf" srcId="{2B12B19E-7382-44A6-A2A6-E66BAF195CCA}" destId="{D2DC9C36-15D6-4499-B44E-160807DCB988}" srcOrd="3" destOrd="0" presId="urn:microsoft.com/office/officeart/2018/2/layout/IconCircleList"/>
    <dgm:cxn modelId="{3FE51E69-44A0-4FFE-82E6-998D9A101A81}" type="presParOf" srcId="{4AD8A31A-249E-4D02-9D76-7AE588E71DE8}" destId="{E80868A3-AB88-4556-9FA1-3CD97849336D}" srcOrd="5" destOrd="0" presId="urn:microsoft.com/office/officeart/2018/2/layout/IconCircleList"/>
    <dgm:cxn modelId="{A21A7A84-77B5-42EF-B5E8-B59C822CAE60}" type="presParOf" srcId="{4AD8A31A-249E-4D02-9D76-7AE588E71DE8}" destId="{379EB8D3-A91E-4542-8645-2E7DC9108F98}" srcOrd="6" destOrd="0" presId="urn:microsoft.com/office/officeart/2018/2/layout/IconCircleList"/>
    <dgm:cxn modelId="{A238AB9C-7562-4CAA-89BC-6B6B689ACE44}" type="presParOf" srcId="{379EB8D3-A91E-4542-8645-2E7DC9108F98}" destId="{524304D4-F04E-4964-A51C-346F2B2903BF}" srcOrd="0" destOrd="0" presId="urn:microsoft.com/office/officeart/2018/2/layout/IconCircleList"/>
    <dgm:cxn modelId="{A834FA62-A880-4E7B-BFB3-511AC69C452E}" type="presParOf" srcId="{379EB8D3-A91E-4542-8645-2E7DC9108F98}" destId="{F4CA3BE2-0BD7-4120-BF49-4FE78AE60D84}" srcOrd="1" destOrd="0" presId="urn:microsoft.com/office/officeart/2018/2/layout/IconCircleList"/>
    <dgm:cxn modelId="{188EAEBD-0C76-437F-BD4E-1E5FF1EE6F3B}" type="presParOf" srcId="{379EB8D3-A91E-4542-8645-2E7DC9108F98}" destId="{C027D918-34C6-4903-AFFB-D81C5EA49986}" srcOrd="2" destOrd="0" presId="urn:microsoft.com/office/officeart/2018/2/layout/IconCircleList"/>
    <dgm:cxn modelId="{FA95C9A1-C869-4C8B-8EB8-793AF806748E}" type="presParOf" srcId="{379EB8D3-A91E-4542-8645-2E7DC9108F98}" destId="{42BD39E9-982B-4A81-BF37-733AE44D7D50}" srcOrd="3" destOrd="0" presId="urn:microsoft.com/office/officeart/2018/2/layout/IconCircleList"/>
    <dgm:cxn modelId="{FB80F57F-5742-4268-B5EE-D2EEB2E56886}" type="presParOf" srcId="{4AD8A31A-249E-4D02-9D76-7AE588E71DE8}" destId="{9F6AEDF6-006F-4D52-87ED-ED7B871C5475}" srcOrd="7" destOrd="0" presId="urn:microsoft.com/office/officeart/2018/2/layout/IconCircleList"/>
    <dgm:cxn modelId="{51FA768E-C3BF-4383-A008-80C4830A78B4}" type="presParOf" srcId="{4AD8A31A-249E-4D02-9D76-7AE588E71DE8}" destId="{47A48173-D47E-460E-861E-62385C517A7C}" srcOrd="8" destOrd="0" presId="urn:microsoft.com/office/officeart/2018/2/layout/IconCircleList"/>
    <dgm:cxn modelId="{8CD2B522-0998-4A68-9AEC-5B54621E0744}" type="presParOf" srcId="{47A48173-D47E-460E-861E-62385C517A7C}" destId="{49E80266-5D09-4ABA-9419-9DA1601AFD0C}" srcOrd="0" destOrd="0" presId="urn:microsoft.com/office/officeart/2018/2/layout/IconCircleList"/>
    <dgm:cxn modelId="{5C728C45-19DF-4440-91BB-D414B6F04213}" type="presParOf" srcId="{47A48173-D47E-460E-861E-62385C517A7C}" destId="{3FE9718D-1966-495B-8C7A-5462E0FB450C}" srcOrd="1" destOrd="0" presId="urn:microsoft.com/office/officeart/2018/2/layout/IconCircleList"/>
    <dgm:cxn modelId="{87173E1B-58F4-4D67-B233-26DC89E30DCD}" type="presParOf" srcId="{47A48173-D47E-460E-861E-62385C517A7C}" destId="{38EFC156-A7A1-4A6F-9CAE-2B661DBF8FA9}" srcOrd="2" destOrd="0" presId="urn:microsoft.com/office/officeart/2018/2/layout/IconCircleList"/>
    <dgm:cxn modelId="{07B2AB44-4FEE-4114-9907-C024790C34C8}" type="presParOf" srcId="{47A48173-D47E-460E-861E-62385C517A7C}" destId="{81C2F38D-11C6-44F9-A473-378EDD7E4A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974DE2-E778-4066-9BC6-29E2642D9B34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EF6973-08D5-4C91-A767-D8F08E2FE53B}">
      <dgm:prSet/>
      <dgm:spPr/>
      <dgm:t>
        <a:bodyPr/>
        <a:lstStyle/>
        <a:p>
          <a:r>
            <a:rPr lang="en-US" dirty="0"/>
            <a:t>Merge 500+ customer records seamlessly.</a:t>
          </a:r>
        </a:p>
      </dgm:t>
    </dgm:pt>
    <dgm:pt modelId="{C83BF314-96C0-48BA-9527-C8E8627C2FE7}" type="parTrans" cxnId="{32C8621C-37B0-4B96-8F42-AA21EE22A95F}">
      <dgm:prSet/>
      <dgm:spPr/>
      <dgm:t>
        <a:bodyPr/>
        <a:lstStyle/>
        <a:p>
          <a:endParaRPr lang="en-US"/>
        </a:p>
      </dgm:t>
    </dgm:pt>
    <dgm:pt modelId="{2138DD2D-F736-475E-949B-EC2D2761F096}" type="sibTrans" cxnId="{32C8621C-37B0-4B96-8F42-AA21EE22A95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6B8CBAC-9E1D-4AC6-B238-AE3C9DED231A}">
      <dgm:prSet/>
      <dgm:spPr/>
      <dgm:t>
        <a:bodyPr/>
        <a:lstStyle/>
        <a:p>
          <a:r>
            <a:rPr lang="en-US" dirty="0"/>
            <a:t>Perform Exploratory Data Analysis (EDA).</a:t>
          </a:r>
        </a:p>
      </dgm:t>
    </dgm:pt>
    <dgm:pt modelId="{D78DBDE7-B703-45D3-8D8A-4DCD15453403}" type="parTrans" cxnId="{15F12910-1500-4D94-BD23-DF6AC0C2280C}">
      <dgm:prSet/>
      <dgm:spPr/>
      <dgm:t>
        <a:bodyPr/>
        <a:lstStyle/>
        <a:p>
          <a:endParaRPr lang="en-US"/>
        </a:p>
      </dgm:t>
    </dgm:pt>
    <dgm:pt modelId="{8698E6BD-EF50-4F14-BC59-C07A680B09FB}" type="sibTrans" cxnId="{15F12910-1500-4D94-BD23-DF6AC0C2280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4465F8A-1497-40ED-9FB7-1D4E70789837}">
      <dgm:prSet/>
      <dgm:spPr/>
      <dgm:t>
        <a:bodyPr/>
        <a:lstStyle/>
        <a:p>
          <a:r>
            <a:rPr lang="en-US" dirty="0"/>
            <a:t>Apply inferential statistics to test hypotheses.</a:t>
          </a:r>
        </a:p>
      </dgm:t>
    </dgm:pt>
    <dgm:pt modelId="{C40501C9-539F-4AD8-A20C-8342BEED962D}" type="parTrans" cxnId="{2BF25FDE-36A7-4B14-8341-A43AF3996C19}">
      <dgm:prSet/>
      <dgm:spPr/>
      <dgm:t>
        <a:bodyPr/>
        <a:lstStyle/>
        <a:p>
          <a:endParaRPr lang="en-US"/>
        </a:p>
      </dgm:t>
    </dgm:pt>
    <dgm:pt modelId="{B6A22C0A-5AAD-4B45-90AA-0CD4C54592B7}" type="sibTrans" cxnId="{2BF25FDE-36A7-4B14-8341-A43AF3996C1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0A85E3D-1C3B-42C9-A64D-0CB56A5262B8}">
      <dgm:prSet/>
      <dgm:spPr/>
      <dgm:t>
        <a:bodyPr/>
        <a:lstStyle/>
        <a:p>
          <a:r>
            <a:rPr lang="en-US" dirty="0"/>
            <a:t>Deliver actionable business recommendations to reduce churn by 20%.</a:t>
          </a:r>
        </a:p>
      </dgm:t>
    </dgm:pt>
    <dgm:pt modelId="{B29E8A73-AC7E-4BF1-9753-A4E7762F604C}" type="parTrans" cxnId="{757CA640-AA5A-4704-AF1E-87CD0FBEFBA7}">
      <dgm:prSet/>
      <dgm:spPr/>
      <dgm:t>
        <a:bodyPr/>
        <a:lstStyle/>
        <a:p>
          <a:endParaRPr lang="en-US"/>
        </a:p>
      </dgm:t>
    </dgm:pt>
    <dgm:pt modelId="{E477BCFC-C2BF-4236-AEEA-3044E4C1422D}" type="sibTrans" cxnId="{757CA640-AA5A-4704-AF1E-87CD0FBEFBA7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6F86EC7-76E8-420B-BB36-E9D5BDBA05D9}" type="pres">
      <dgm:prSet presAssocID="{23974DE2-E778-4066-9BC6-29E2642D9B34}" presName="linearFlow" presStyleCnt="0">
        <dgm:presLayoutVars>
          <dgm:dir/>
          <dgm:animLvl val="lvl"/>
          <dgm:resizeHandles val="exact"/>
        </dgm:presLayoutVars>
      </dgm:prSet>
      <dgm:spPr/>
    </dgm:pt>
    <dgm:pt modelId="{6B10D13B-8188-473E-B38B-764DD112B400}" type="pres">
      <dgm:prSet presAssocID="{90EF6973-08D5-4C91-A767-D8F08E2FE53B}" presName="compositeNode" presStyleCnt="0"/>
      <dgm:spPr/>
    </dgm:pt>
    <dgm:pt modelId="{433E0898-60B0-4688-89B5-9A3D714F5872}" type="pres">
      <dgm:prSet presAssocID="{90EF6973-08D5-4C91-A767-D8F08E2FE53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CEB6BF2-6B2F-426D-9C62-17C7E16D8EE7}" type="pres">
      <dgm:prSet presAssocID="{90EF6973-08D5-4C91-A767-D8F08E2FE53B}" presName="parSh" presStyleCnt="0"/>
      <dgm:spPr/>
    </dgm:pt>
    <dgm:pt modelId="{8ABED599-173A-4075-8797-5B1E7030FBB4}" type="pres">
      <dgm:prSet presAssocID="{90EF6973-08D5-4C91-A767-D8F08E2FE53B}" presName="lineNode" presStyleLbl="alignAccFollowNode1" presStyleIdx="0" presStyleCnt="12"/>
      <dgm:spPr/>
    </dgm:pt>
    <dgm:pt modelId="{07858211-ECD5-49C2-AE32-EBEAB03BF1FC}" type="pres">
      <dgm:prSet presAssocID="{90EF6973-08D5-4C91-A767-D8F08E2FE53B}" presName="lineArrowNode" presStyleLbl="alignAccFollowNode1" presStyleIdx="1" presStyleCnt="12"/>
      <dgm:spPr/>
    </dgm:pt>
    <dgm:pt modelId="{F12562F8-25FF-4F55-AE4A-B40F911E6287}" type="pres">
      <dgm:prSet presAssocID="{2138DD2D-F736-475E-949B-EC2D2761F096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D4DF1746-014F-4DBF-A21C-D903CBC5A82F}" type="pres">
      <dgm:prSet presAssocID="{2138DD2D-F736-475E-949B-EC2D2761F096}" presName="spacerBetweenCircleAndCallout" presStyleCnt="0">
        <dgm:presLayoutVars/>
      </dgm:prSet>
      <dgm:spPr/>
    </dgm:pt>
    <dgm:pt modelId="{39798546-F069-4983-BA51-64AB7D601580}" type="pres">
      <dgm:prSet presAssocID="{90EF6973-08D5-4C91-A767-D8F08E2FE53B}" presName="nodeText" presStyleLbl="alignAccFollowNode1" presStyleIdx="2" presStyleCnt="12">
        <dgm:presLayoutVars>
          <dgm:bulletEnabled val="1"/>
        </dgm:presLayoutVars>
      </dgm:prSet>
      <dgm:spPr/>
    </dgm:pt>
    <dgm:pt modelId="{76CF8459-509C-4F8F-96E9-91B21CA53869}" type="pres">
      <dgm:prSet presAssocID="{2138DD2D-F736-475E-949B-EC2D2761F096}" presName="sibTransComposite" presStyleCnt="0"/>
      <dgm:spPr/>
    </dgm:pt>
    <dgm:pt modelId="{A5A61ACE-354E-44EC-97C9-A47673D487CA}" type="pres">
      <dgm:prSet presAssocID="{16B8CBAC-9E1D-4AC6-B238-AE3C9DED231A}" presName="compositeNode" presStyleCnt="0"/>
      <dgm:spPr/>
    </dgm:pt>
    <dgm:pt modelId="{9744620E-F6DC-4FEC-92F1-38FA0031F8D1}" type="pres">
      <dgm:prSet presAssocID="{16B8CBAC-9E1D-4AC6-B238-AE3C9DED231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037651C-563D-41C4-95F1-DB6CF05AA9E1}" type="pres">
      <dgm:prSet presAssocID="{16B8CBAC-9E1D-4AC6-B238-AE3C9DED231A}" presName="parSh" presStyleCnt="0"/>
      <dgm:spPr/>
    </dgm:pt>
    <dgm:pt modelId="{A8B751C2-4EC0-40B2-A494-B2F9181F5610}" type="pres">
      <dgm:prSet presAssocID="{16B8CBAC-9E1D-4AC6-B238-AE3C9DED231A}" presName="lineNode" presStyleLbl="alignAccFollowNode1" presStyleIdx="3" presStyleCnt="12"/>
      <dgm:spPr/>
    </dgm:pt>
    <dgm:pt modelId="{91C0262F-9C67-4FB5-BDF7-4FC4B73EAF6D}" type="pres">
      <dgm:prSet presAssocID="{16B8CBAC-9E1D-4AC6-B238-AE3C9DED231A}" presName="lineArrowNode" presStyleLbl="alignAccFollowNode1" presStyleIdx="4" presStyleCnt="12"/>
      <dgm:spPr/>
    </dgm:pt>
    <dgm:pt modelId="{3DCC95A4-6BF1-4D59-8999-78D770387FE5}" type="pres">
      <dgm:prSet presAssocID="{8698E6BD-EF50-4F14-BC59-C07A680B09FB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B7A0A914-99C3-4F5C-8FA3-B0963EC68684}" type="pres">
      <dgm:prSet presAssocID="{8698E6BD-EF50-4F14-BC59-C07A680B09FB}" presName="spacerBetweenCircleAndCallout" presStyleCnt="0">
        <dgm:presLayoutVars/>
      </dgm:prSet>
      <dgm:spPr/>
    </dgm:pt>
    <dgm:pt modelId="{D7613AF2-5E97-46C2-B752-30CFCFA8060D}" type="pres">
      <dgm:prSet presAssocID="{16B8CBAC-9E1D-4AC6-B238-AE3C9DED231A}" presName="nodeText" presStyleLbl="alignAccFollowNode1" presStyleIdx="5" presStyleCnt="12">
        <dgm:presLayoutVars>
          <dgm:bulletEnabled val="1"/>
        </dgm:presLayoutVars>
      </dgm:prSet>
      <dgm:spPr/>
    </dgm:pt>
    <dgm:pt modelId="{A9A598DD-5A93-4F4C-9736-5D44DF2B1CB5}" type="pres">
      <dgm:prSet presAssocID="{8698E6BD-EF50-4F14-BC59-C07A680B09FB}" presName="sibTransComposite" presStyleCnt="0"/>
      <dgm:spPr/>
    </dgm:pt>
    <dgm:pt modelId="{027877A1-554B-4F5A-957E-6C005F66075C}" type="pres">
      <dgm:prSet presAssocID="{84465F8A-1497-40ED-9FB7-1D4E70789837}" presName="compositeNode" presStyleCnt="0"/>
      <dgm:spPr/>
    </dgm:pt>
    <dgm:pt modelId="{917F3B2C-936C-4502-9D0E-6ED5FCC4A1A6}" type="pres">
      <dgm:prSet presAssocID="{84465F8A-1497-40ED-9FB7-1D4E7078983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B722C90-D1A2-4178-B7D2-86FE9EF1FE84}" type="pres">
      <dgm:prSet presAssocID="{84465F8A-1497-40ED-9FB7-1D4E70789837}" presName="parSh" presStyleCnt="0"/>
      <dgm:spPr/>
    </dgm:pt>
    <dgm:pt modelId="{7D2DB25F-EE78-4A8D-8B7F-0AEC21973C14}" type="pres">
      <dgm:prSet presAssocID="{84465F8A-1497-40ED-9FB7-1D4E70789837}" presName="lineNode" presStyleLbl="alignAccFollowNode1" presStyleIdx="6" presStyleCnt="12"/>
      <dgm:spPr/>
    </dgm:pt>
    <dgm:pt modelId="{4B370CB1-5821-4A9C-99B8-772EE9D40AC6}" type="pres">
      <dgm:prSet presAssocID="{84465F8A-1497-40ED-9FB7-1D4E70789837}" presName="lineArrowNode" presStyleLbl="alignAccFollowNode1" presStyleIdx="7" presStyleCnt="12"/>
      <dgm:spPr/>
    </dgm:pt>
    <dgm:pt modelId="{4BF7F511-6CED-4173-ABE2-C02027B7117C}" type="pres">
      <dgm:prSet presAssocID="{B6A22C0A-5AAD-4B45-90AA-0CD4C54592B7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EEB6E4E4-8F3D-4503-86CD-35DC24242182}" type="pres">
      <dgm:prSet presAssocID="{B6A22C0A-5AAD-4B45-90AA-0CD4C54592B7}" presName="spacerBetweenCircleAndCallout" presStyleCnt="0">
        <dgm:presLayoutVars/>
      </dgm:prSet>
      <dgm:spPr/>
    </dgm:pt>
    <dgm:pt modelId="{B58E3E09-67AB-46EC-A591-7D18BFF2E85D}" type="pres">
      <dgm:prSet presAssocID="{84465F8A-1497-40ED-9FB7-1D4E70789837}" presName="nodeText" presStyleLbl="alignAccFollowNode1" presStyleIdx="8" presStyleCnt="12">
        <dgm:presLayoutVars>
          <dgm:bulletEnabled val="1"/>
        </dgm:presLayoutVars>
      </dgm:prSet>
      <dgm:spPr/>
    </dgm:pt>
    <dgm:pt modelId="{06FC817F-B25A-4DEC-93D9-FF3B85FEC32C}" type="pres">
      <dgm:prSet presAssocID="{B6A22C0A-5AAD-4B45-90AA-0CD4C54592B7}" presName="sibTransComposite" presStyleCnt="0"/>
      <dgm:spPr/>
    </dgm:pt>
    <dgm:pt modelId="{194E6392-4E6A-44F8-9E7E-724CB3E688A8}" type="pres">
      <dgm:prSet presAssocID="{90A85E3D-1C3B-42C9-A64D-0CB56A5262B8}" presName="compositeNode" presStyleCnt="0"/>
      <dgm:spPr/>
    </dgm:pt>
    <dgm:pt modelId="{3A72747F-7F23-4F52-997D-80CAECC3D1F6}" type="pres">
      <dgm:prSet presAssocID="{90A85E3D-1C3B-42C9-A64D-0CB56A5262B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F464297-065E-4AAC-93E0-F938773F63FE}" type="pres">
      <dgm:prSet presAssocID="{90A85E3D-1C3B-42C9-A64D-0CB56A5262B8}" presName="parSh" presStyleCnt="0"/>
      <dgm:spPr/>
    </dgm:pt>
    <dgm:pt modelId="{0E9CAC00-F544-4922-ADD9-43608A1F583A}" type="pres">
      <dgm:prSet presAssocID="{90A85E3D-1C3B-42C9-A64D-0CB56A5262B8}" presName="lineNode" presStyleLbl="alignAccFollowNode1" presStyleIdx="9" presStyleCnt="12"/>
      <dgm:spPr/>
    </dgm:pt>
    <dgm:pt modelId="{7A3CEEAE-762C-4A3E-86FB-1363C5FD8727}" type="pres">
      <dgm:prSet presAssocID="{90A85E3D-1C3B-42C9-A64D-0CB56A5262B8}" presName="lineArrowNode" presStyleLbl="alignAccFollowNode1" presStyleIdx="10" presStyleCnt="12"/>
      <dgm:spPr/>
    </dgm:pt>
    <dgm:pt modelId="{10B84D10-E189-43EF-B18F-26318433D479}" type="pres">
      <dgm:prSet presAssocID="{E477BCFC-C2BF-4236-AEEA-3044E4C1422D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A3D9D19D-9B53-4228-8985-ED2CA227A103}" type="pres">
      <dgm:prSet presAssocID="{E477BCFC-C2BF-4236-AEEA-3044E4C1422D}" presName="spacerBetweenCircleAndCallout" presStyleCnt="0">
        <dgm:presLayoutVars/>
      </dgm:prSet>
      <dgm:spPr/>
    </dgm:pt>
    <dgm:pt modelId="{E018C1F1-ABA5-49A0-BF4A-EFA76A76B3C1}" type="pres">
      <dgm:prSet presAssocID="{90A85E3D-1C3B-42C9-A64D-0CB56A5262B8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AEF59307-6D93-49B2-8738-1AB6CD20ACCD}" type="presOf" srcId="{2138DD2D-F736-475E-949B-EC2D2761F096}" destId="{F12562F8-25FF-4F55-AE4A-B40F911E6287}" srcOrd="0" destOrd="0" presId="urn:microsoft.com/office/officeart/2016/7/layout/LinearArrowProcessNumbered"/>
    <dgm:cxn modelId="{15F12910-1500-4D94-BD23-DF6AC0C2280C}" srcId="{23974DE2-E778-4066-9BC6-29E2642D9B34}" destId="{16B8CBAC-9E1D-4AC6-B238-AE3C9DED231A}" srcOrd="1" destOrd="0" parTransId="{D78DBDE7-B703-45D3-8D8A-4DCD15453403}" sibTransId="{8698E6BD-EF50-4F14-BC59-C07A680B09FB}"/>
    <dgm:cxn modelId="{32C8621C-37B0-4B96-8F42-AA21EE22A95F}" srcId="{23974DE2-E778-4066-9BC6-29E2642D9B34}" destId="{90EF6973-08D5-4C91-A767-D8F08E2FE53B}" srcOrd="0" destOrd="0" parTransId="{C83BF314-96C0-48BA-9527-C8E8627C2FE7}" sibTransId="{2138DD2D-F736-475E-949B-EC2D2761F096}"/>
    <dgm:cxn modelId="{0E4BC825-59AD-42E1-A632-BB257370981C}" type="presOf" srcId="{E477BCFC-C2BF-4236-AEEA-3044E4C1422D}" destId="{10B84D10-E189-43EF-B18F-26318433D479}" srcOrd="0" destOrd="0" presId="urn:microsoft.com/office/officeart/2016/7/layout/LinearArrowProcessNumbered"/>
    <dgm:cxn modelId="{757CA640-AA5A-4704-AF1E-87CD0FBEFBA7}" srcId="{23974DE2-E778-4066-9BC6-29E2642D9B34}" destId="{90A85E3D-1C3B-42C9-A64D-0CB56A5262B8}" srcOrd="3" destOrd="0" parTransId="{B29E8A73-AC7E-4BF1-9753-A4E7762F604C}" sibTransId="{E477BCFC-C2BF-4236-AEEA-3044E4C1422D}"/>
    <dgm:cxn modelId="{981C5D43-20FB-41DE-84B8-33D722F7945D}" type="presOf" srcId="{90EF6973-08D5-4C91-A767-D8F08E2FE53B}" destId="{39798546-F069-4983-BA51-64AB7D601580}" srcOrd="0" destOrd="0" presId="urn:microsoft.com/office/officeart/2016/7/layout/LinearArrowProcessNumbered"/>
    <dgm:cxn modelId="{FFF5D64F-DDD3-420B-9541-86ED935B618E}" type="presOf" srcId="{8698E6BD-EF50-4F14-BC59-C07A680B09FB}" destId="{3DCC95A4-6BF1-4D59-8999-78D770387FE5}" srcOrd="0" destOrd="0" presId="urn:microsoft.com/office/officeart/2016/7/layout/LinearArrowProcessNumbered"/>
    <dgm:cxn modelId="{658BE083-D473-4256-8361-5A7565D87303}" type="presOf" srcId="{B6A22C0A-5AAD-4B45-90AA-0CD4C54592B7}" destId="{4BF7F511-6CED-4173-ABE2-C02027B7117C}" srcOrd="0" destOrd="0" presId="urn:microsoft.com/office/officeart/2016/7/layout/LinearArrowProcessNumbered"/>
    <dgm:cxn modelId="{77D52886-D4EA-4C04-B81C-010EC7EA93FA}" type="presOf" srcId="{90A85E3D-1C3B-42C9-A64D-0CB56A5262B8}" destId="{E018C1F1-ABA5-49A0-BF4A-EFA76A76B3C1}" srcOrd="0" destOrd="0" presId="urn:microsoft.com/office/officeart/2016/7/layout/LinearArrowProcessNumbered"/>
    <dgm:cxn modelId="{6696FF9E-411D-4DB6-A4AA-3838EAF4141D}" type="presOf" srcId="{16B8CBAC-9E1D-4AC6-B238-AE3C9DED231A}" destId="{D7613AF2-5E97-46C2-B752-30CFCFA8060D}" srcOrd="0" destOrd="0" presId="urn:microsoft.com/office/officeart/2016/7/layout/LinearArrowProcessNumbered"/>
    <dgm:cxn modelId="{DBD9F4DA-BA29-444C-A02D-17160BBFDC43}" type="presOf" srcId="{84465F8A-1497-40ED-9FB7-1D4E70789837}" destId="{B58E3E09-67AB-46EC-A591-7D18BFF2E85D}" srcOrd="0" destOrd="0" presId="urn:microsoft.com/office/officeart/2016/7/layout/LinearArrowProcessNumbered"/>
    <dgm:cxn modelId="{2BF25FDE-36A7-4B14-8341-A43AF3996C19}" srcId="{23974DE2-E778-4066-9BC6-29E2642D9B34}" destId="{84465F8A-1497-40ED-9FB7-1D4E70789837}" srcOrd="2" destOrd="0" parTransId="{C40501C9-539F-4AD8-A20C-8342BEED962D}" sibTransId="{B6A22C0A-5AAD-4B45-90AA-0CD4C54592B7}"/>
    <dgm:cxn modelId="{A74EC0E2-8516-4CA1-A0B8-365F0A9A93B9}" type="presOf" srcId="{23974DE2-E778-4066-9BC6-29E2642D9B34}" destId="{96F86EC7-76E8-420B-BB36-E9D5BDBA05D9}" srcOrd="0" destOrd="0" presId="urn:microsoft.com/office/officeart/2016/7/layout/LinearArrowProcessNumbered"/>
    <dgm:cxn modelId="{662A2CFC-B16D-476E-B476-0EA4CA674147}" type="presParOf" srcId="{96F86EC7-76E8-420B-BB36-E9D5BDBA05D9}" destId="{6B10D13B-8188-473E-B38B-764DD112B400}" srcOrd="0" destOrd="0" presId="urn:microsoft.com/office/officeart/2016/7/layout/LinearArrowProcessNumbered"/>
    <dgm:cxn modelId="{C287BB9A-6FE9-4DC3-9BCD-107664E170D2}" type="presParOf" srcId="{6B10D13B-8188-473E-B38B-764DD112B400}" destId="{433E0898-60B0-4688-89B5-9A3D714F5872}" srcOrd="0" destOrd="0" presId="urn:microsoft.com/office/officeart/2016/7/layout/LinearArrowProcessNumbered"/>
    <dgm:cxn modelId="{FDC0C499-6A87-461B-A13C-B5BEEC0BAA24}" type="presParOf" srcId="{6B10D13B-8188-473E-B38B-764DD112B400}" destId="{3CEB6BF2-6B2F-426D-9C62-17C7E16D8EE7}" srcOrd="1" destOrd="0" presId="urn:microsoft.com/office/officeart/2016/7/layout/LinearArrowProcessNumbered"/>
    <dgm:cxn modelId="{F7142BFE-A3CF-460F-964D-6D29E782EA25}" type="presParOf" srcId="{3CEB6BF2-6B2F-426D-9C62-17C7E16D8EE7}" destId="{8ABED599-173A-4075-8797-5B1E7030FBB4}" srcOrd="0" destOrd="0" presId="urn:microsoft.com/office/officeart/2016/7/layout/LinearArrowProcessNumbered"/>
    <dgm:cxn modelId="{7D588E22-F649-4840-B855-FAF251FB3ED8}" type="presParOf" srcId="{3CEB6BF2-6B2F-426D-9C62-17C7E16D8EE7}" destId="{07858211-ECD5-49C2-AE32-EBEAB03BF1FC}" srcOrd="1" destOrd="0" presId="urn:microsoft.com/office/officeart/2016/7/layout/LinearArrowProcessNumbered"/>
    <dgm:cxn modelId="{ABB8CC0D-F063-485B-B212-CB88F38FBB63}" type="presParOf" srcId="{3CEB6BF2-6B2F-426D-9C62-17C7E16D8EE7}" destId="{F12562F8-25FF-4F55-AE4A-B40F911E6287}" srcOrd="2" destOrd="0" presId="urn:microsoft.com/office/officeart/2016/7/layout/LinearArrowProcessNumbered"/>
    <dgm:cxn modelId="{EC9BD99F-2280-48B0-AB30-7CE65C180E3D}" type="presParOf" srcId="{3CEB6BF2-6B2F-426D-9C62-17C7E16D8EE7}" destId="{D4DF1746-014F-4DBF-A21C-D903CBC5A82F}" srcOrd="3" destOrd="0" presId="urn:microsoft.com/office/officeart/2016/7/layout/LinearArrowProcessNumbered"/>
    <dgm:cxn modelId="{14E09596-1D0C-40BA-A17F-06F10C65D8C8}" type="presParOf" srcId="{6B10D13B-8188-473E-B38B-764DD112B400}" destId="{39798546-F069-4983-BA51-64AB7D601580}" srcOrd="2" destOrd="0" presId="urn:microsoft.com/office/officeart/2016/7/layout/LinearArrowProcessNumbered"/>
    <dgm:cxn modelId="{B937D6AD-58EB-427C-8049-417BADB88809}" type="presParOf" srcId="{96F86EC7-76E8-420B-BB36-E9D5BDBA05D9}" destId="{76CF8459-509C-4F8F-96E9-91B21CA53869}" srcOrd="1" destOrd="0" presId="urn:microsoft.com/office/officeart/2016/7/layout/LinearArrowProcessNumbered"/>
    <dgm:cxn modelId="{F66BAC16-C35F-448D-A713-E134BCADCBDC}" type="presParOf" srcId="{96F86EC7-76E8-420B-BB36-E9D5BDBA05D9}" destId="{A5A61ACE-354E-44EC-97C9-A47673D487CA}" srcOrd="2" destOrd="0" presId="urn:microsoft.com/office/officeart/2016/7/layout/LinearArrowProcessNumbered"/>
    <dgm:cxn modelId="{82B6F823-0F18-49D8-8AC4-BFC57556925E}" type="presParOf" srcId="{A5A61ACE-354E-44EC-97C9-A47673D487CA}" destId="{9744620E-F6DC-4FEC-92F1-38FA0031F8D1}" srcOrd="0" destOrd="0" presId="urn:microsoft.com/office/officeart/2016/7/layout/LinearArrowProcessNumbered"/>
    <dgm:cxn modelId="{452862A9-D74F-459D-A875-28BC84232436}" type="presParOf" srcId="{A5A61ACE-354E-44EC-97C9-A47673D487CA}" destId="{C037651C-563D-41C4-95F1-DB6CF05AA9E1}" srcOrd="1" destOrd="0" presId="urn:microsoft.com/office/officeart/2016/7/layout/LinearArrowProcessNumbered"/>
    <dgm:cxn modelId="{4EC7622A-3AD8-4849-BCE9-41586A4E7AB5}" type="presParOf" srcId="{C037651C-563D-41C4-95F1-DB6CF05AA9E1}" destId="{A8B751C2-4EC0-40B2-A494-B2F9181F5610}" srcOrd="0" destOrd="0" presId="urn:microsoft.com/office/officeart/2016/7/layout/LinearArrowProcessNumbered"/>
    <dgm:cxn modelId="{37634649-47A5-4476-9903-9D16E212E93A}" type="presParOf" srcId="{C037651C-563D-41C4-95F1-DB6CF05AA9E1}" destId="{91C0262F-9C67-4FB5-BDF7-4FC4B73EAF6D}" srcOrd="1" destOrd="0" presId="urn:microsoft.com/office/officeart/2016/7/layout/LinearArrowProcessNumbered"/>
    <dgm:cxn modelId="{E5BAAF16-989D-43F3-899F-0966297EA4BE}" type="presParOf" srcId="{C037651C-563D-41C4-95F1-DB6CF05AA9E1}" destId="{3DCC95A4-6BF1-4D59-8999-78D770387FE5}" srcOrd="2" destOrd="0" presId="urn:microsoft.com/office/officeart/2016/7/layout/LinearArrowProcessNumbered"/>
    <dgm:cxn modelId="{5D92A0D6-5FE0-40C4-99BC-9E139898A5AB}" type="presParOf" srcId="{C037651C-563D-41C4-95F1-DB6CF05AA9E1}" destId="{B7A0A914-99C3-4F5C-8FA3-B0963EC68684}" srcOrd="3" destOrd="0" presId="urn:microsoft.com/office/officeart/2016/7/layout/LinearArrowProcessNumbered"/>
    <dgm:cxn modelId="{D1714AE8-5784-4BD4-AB34-027E4314CDD7}" type="presParOf" srcId="{A5A61ACE-354E-44EC-97C9-A47673D487CA}" destId="{D7613AF2-5E97-46C2-B752-30CFCFA8060D}" srcOrd="2" destOrd="0" presId="urn:microsoft.com/office/officeart/2016/7/layout/LinearArrowProcessNumbered"/>
    <dgm:cxn modelId="{E410AF33-0551-4343-A715-B88ED5BD1022}" type="presParOf" srcId="{96F86EC7-76E8-420B-BB36-E9D5BDBA05D9}" destId="{A9A598DD-5A93-4F4C-9736-5D44DF2B1CB5}" srcOrd="3" destOrd="0" presId="urn:microsoft.com/office/officeart/2016/7/layout/LinearArrowProcessNumbered"/>
    <dgm:cxn modelId="{821E6C62-85AF-48D3-9BC8-5EE743CE05F9}" type="presParOf" srcId="{96F86EC7-76E8-420B-BB36-E9D5BDBA05D9}" destId="{027877A1-554B-4F5A-957E-6C005F66075C}" srcOrd="4" destOrd="0" presId="urn:microsoft.com/office/officeart/2016/7/layout/LinearArrowProcessNumbered"/>
    <dgm:cxn modelId="{D6A7666A-90E6-496D-8759-36FE0AD22409}" type="presParOf" srcId="{027877A1-554B-4F5A-957E-6C005F66075C}" destId="{917F3B2C-936C-4502-9D0E-6ED5FCC4A1A6}" srcOrd="0" destOrd="0" presId="urn:microsoft.com/office/officeart/2016/7/layout/LinearArrowProcessNumbered"/>
    <dgm:cxn modelId="{20DFFDB6-4E41-421A-9C13-EF9CB5BA13FE}" type="presParOf" srcId="{027877A1-554B-4F5A-957E-6C005F66075C}" destId="{0B722C90-D1A2-4178-B7D2-86FE9EF1FE84}" srcOrd="1" destOrd="0" presId="urn:microsoft.com/office/officeart/2016/7/layout/LinearArrowProcessNumbered"/>
    <dgm:cxn modelId="{C9729F79-951C-4702-907F-3585508DDAF4}" type="presParOf" srcId="{0B722C90-D1A2-4178-B7D2-86FE9EF1FE84}" destId="{7D2DB25F-EE78-4A8D-8B7F-0AEC21973C14}" srcOrd="0" destOrd="0" presId="urn:microsoft.com/office/officeart/2016/7/layout/LinearArrowProcessNumbered"/>
    <dgm:cxn modelId="{33BB948F-ACF2-432A-BB94-5CF67E3F08EC}" type="presParOf" srcId="{0B722C90-D1A2-4178-B7D2-86FE9EF1FE84}" destId="{4B370CB1-5821-4A9C-99B8-772EE9D40AC6}" srcOrd="1" destOrd="0" presId="urn:microsoft.com/office/officeart/2016/7/layout/LinearArrowProcessNumbered"/>
    <dgm:cxn modelId="{83C4F125-1864-4E1D-95FA-A117ED3BA64F}" type="presParOf" srcId="{0B722C90-D1A2-4178-B7D2-86FE9EF1FE84}" destId="{4BF7F511-6CED-4173-ABE2-C02027B7117C}" srcOrd="2" destOrd="0" presId="urn:microsoft.com/office/officeart/2016/7/layout/LinearArrowProcessNumbered"/>
    <dgm:cxn modelId="{1F12099F-8F04-4C56-9A31-5634F1DCBFD8}" type="presParOf" srcId="{0B722C90-D1A2-4178-B7D2-86FE9EF1FE84}" destId="{EEB6E4E4-8F3D-4503-86CD-35DC24242182}" srcOrd="3" destOrd="0" presId="urn:microsoft.com/office/officeart/2016/7/layout/LinearArrowProcessNumbered"/>
    <dgm:cxn modelId="{1B19B85E-42BA-4C43-A7BF-BEE78D2F81D7}" type="presParOf" srcId="{027877A1-554B-4F5A-957E-6C005F66075C}" destId="{B58E3E09-67AB-46EC-A591-7D18BFF2E85D}" srcOrd="2" destOrd="0" presId="urn:microsoft.com/office/officeart/2016/7/layout/LinearArrowProcessNumbered"/>
    <dgm:cxn modelId="{D9033318-E7D4-46C4-9D70-9D4E39EF291E}" type="presParOf" srcId="{96F86EC7-76E8-420B-BB36-E9D5BDBA05D9}" destId="{06FC817F-B25A-4DEC-93D9-FF3B85FEC32C}" srcOrd="5" destOrd="0" presId="urn:microsoft.com/office/officeart/2016/7/layout/LinearArrowProcessNumbered"/>
    <dgm:cxn modelId="{220F614E-D08C-4FA1-8908-96D407F8111A}" type="presParOf" srcId="{96F86EC7-76E8-420B-BB36-E9D5BDBA05D9}" destId="{194E6392-4E6A-44F8-9E7E-724CB3E688A8}" srcOrd="6" destOrd="0" presId="urn:microsoft.com/office/officeart/2016/7/layout/LinearArrowProcessNumbered"/>
    <dgm:cxn modelId="{1185619B-5621-4D0B-A905-D62E9EAFFACD}" type="presParOf" srcId="{194E6392-4E6A-44F8-9E7E-724CB3E688A8}" destId="{3A72747F-7F23-4F52-997D-80CAECC3D1F6}" srcOrd="0" destOrd="0" presId="urn:microsoft.com/office/officeart/2016/7/layout/LinearArrowProcessNumbered"/>
    <dgm:cxn modelId="{8663A76C-C8C7-4DE6-B028-D2D47BA1F3E9}" type="presParOf" srcId="{194E6392-4E6A-44F8-9E7E-724CB3E688A8}" destId="{CF464297-065E-4AAC-93E0-F938773F63FE}" srcOrd="1" destOrd="0" presId="urn:microsoft.com/office/officeart/2016/7/layout/LinearArrowProcessNumbered"/>
    <dgm:cxn modelId="{423800D5-3BE4-44CA-97DF-E2312E0B9B39}" type="presParOf" srcId="{CF464297-065E-4AAC-93E0-F938773F63FE}" destId="{0E9CAC00-F544-4922-ADD9-43608A1F583A}" srcOrd="0" destOrd="0" presId="urn:microsoft.com/office/officeart/2016/7/layout/LinearArrowProcessNumbered"/>
    <dgm:cxn modelId="{1738B633-373C-4434-9719-6CFCE7587FA8}" type="presParOf" srcId="{CF464297-065E-4AAC-93E0-F938773F63FE}" destId="{7A3CEEAE-762C-4A3E-86FB-1363C5FD8727}" srcOrd="1" destOrd="0" presId="urn:microsoft.com/office/officeart/2016/7/layout/LinearArrowProcessNumbered"/>
    <dgm:cxn modelId="{6C198593-A8C1-4EE5-BFC0-BD3C7CD887D2}" type="presParOf" srcId="{CF464297-065E-4AAC-93E0-F938773F63FE}" destId="{10B84D10-E189-43EF-B18F-26318433D479}" srcOrd="2" destOrd="0" presId="urn:microsoft.com/office/officeart/2016/7/layout/LinearArrowProcessNumbered"/>
    <dgm:cxn modelId="{84C14D85-82A3-464C-AC68-95791EDE1E34}" type="presParOf" srcId="{CF464297-065E-4AAC-93E0-F938773F63FE}" destId="{A3D9D19D-9B53-4228-8985-ED2CA227A103}" srcOrd="3" destOrd="0" presId="urn:microsoft.com/office/officeart/2016/7/layout/LinearArrowProcessNumbered"/>
    <dgm:cxn modelId="{2A619B79-278D-4C21-BE7C-C484668AFF6C}" type="presParOf" srcId="{194E6392-4E6A-44F8-9E7E-724CB3E688A8}" destId="{E018C1F1-ABA5-49A0-BF4A-EFA76A76B3C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62EEBA-DD20-4CFC-9B2E-72F52F65737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4434656-7DFA-4702-B626-4303AA36D190}">
      <dgm:prSet/>
      <dgm:spPr/>
      <dgm:t>
        <a:bodyPr/>
        <a:lstStyle/>
        <a:p>
          <a:r>
            <a:rPr lang="en-US" dirty="0"/>
            <a:t>Challenge: Mismatched Primary Keys (C00001 vs CUST001).</a:t>
          </a:r>
        </a:p>
      </dgm:t>
    </dgm:pt>
    <dgm:pt modelId="{204CE9C8-FE82-4FE1-B0E2-183D248E4C4E}" type="parTrans" cxnId="{B396E716-E580-4BFE-8AA6-E4A7DED87C5C}">
      <dgm:prSet/>
      <dgm:spPr/>
      <dgm:t>
        <a:bodyPr/>
        <a:lstStyle/>
        <a:p>
          <a:endParaRPr lang="en-US"/>
        </a:p>
      </dgm:t>
    </dgm:pt>
    <dgm:pt modelId="{16ACB686-FF84-4B14-922D-56AFD5F4CB43}" type="sibTrans" cxnId="{B396E716-E580-4BFE-8AA6-E4A7DED87C5C}">
      <dgm:prSet/>
      <dgm:spPr/>
      <dgm:t>
        <a:bodyPr/>
        <a:lstStyle/>
        <a:p>
          <a:endParaRPr lang="en-US"/>
        </a:p>
      </dgm:t>
    </dgm:pt>
    <dgm:pt modelId="{5571F090-8C28-4997-9481-C44F735D662B}">
      <dgm:prSet/>
      <dgm:spPr/>
      <dgm:t>
        <a:bodyPr/>
        <a:lstStyle/>
        <a:p>
          <a:r>
            <a:rPr lang="en-US" dirty="0"/>
            <a:t>Action: Python string manipulation to extract integer keys.</a:t>
          </a:r>
        </a:p>
      </dgm:t>
    </dgm:pt>
    <dgm:pt modelId="{49CF7761-BE67-4BD4-93E0-59E50AD81BF3}" type="parTrans" cxnId="{48107EE3-E7E5-4740-B501-D04A1EEAD901}">
      <dgm:prSet/>
      <dgm:spPr/>
      <dgm:t>
        <a:bodyPr/>
        <a:lstStyle/>
        <a:p>
          <a:endParaRPr lang="en-US"/>
        </a:p>
      </dgm:t>
    </dgm:pt>
    <dgm:pt modelId="{2D76F13F-8184-4415-ADA0-B4335E6D75D0}" type="sibTrans" cxnId="{48107EE3-E7E5-4740-B501-D04A1EEAD901}">
      <dgm:prSet/>
      <dgm:spPr/>
      <dgm:t>
        <a:bodyPr/>
        <a:lstStyle/>
        <a:p>
          <a:endParaRPr lang="en-US"/>
        </a:p>
      </dgm:t>
    </dgm:pt>
    <dgm:pt modelId="{D6CC8D68-B5EB-4652-8559-9E1BAC3CECE7}">
      <dgm:prSet/>
      <dgm:spPr/>
      <dgm:t>
        <a:bodyPr/>
        <a:lstStyle/>
        <a:p>
          <a:r>
            <a:rPr lang="en-US" dirty="0"/>
            <a:t>Action: LEFT JOIN executed to maintain the 500-row capstone requirement.</a:t>
          </a:r>
        </a:p>
      </dgm:t>
    </dgm:pt>
    <dgm:pt modelId="{F9E170F4-DC5D-476B-B6C2-79C9448891B7}" type="parTrans" cxnId="{94F2B836-BBCC-4C2A-92C6-F6016D9A8A1D}">
      <dgm:prSet/>
      <dgm:spPr/>
      <dgm:t>
        <a:bodyPr/>
        <a:lstStyle/>
        <a:p>
          <a:endParaRPr lang="en-US"/>
        </a:p>
      </dgm:t>
    </dgm:pt>
    <dgm:pt modelId="{6EE83F5D-8D4B-42FA-809C-8FC910690862}" type="sibTrans" cxnId="{94F2B836-BBCC-4C2A-92C6-F6016D9A8A1D}">
      <dgm:prSet/>
      <dgm:spPr/>
      <dgm:t>
        <a:bodyPr/>
        <a:lstStyle/>
        <a:p>
          <a:endParaRPr lang="en-US"/>
        </a:p>
      </dgm:t>
    </dgm:pt>
    <dgm:pt modelId="{1C67D031-6FDF-4D77-8F19-0A4967F4AC91}">
      <dgm:prSet/>
      <dgm:spPr/>
      <dgm:t>
        <a:bodyPr/>
        <a:lstStyle/>
        <a:p>
          <a:r>
            <a:rPr lang="en-US" dirty="0"/>
            <a:t>Action: Imputation of missing values for subscription-only users.</a:t>
          </a:r>
        </a:p>
      </dgm:t>
    </dgm:pt>
    <dgm:pt modelId="{52B94458-E3D9-4F30-ACB5-C9E218FF4F63}" type="parTrans" cxnId="{8837391A-3E39-48C9-996A-A7BE987C6CD3}">
      <dgm:prSet/>
      <dgm:spPr/>
      <dgm:t>
        <a:bodyPr/>
        <a:lstStyle/>
        <a:p>
          <a:endParaRPr lang="en-US"/>
        </a:p>
      </dgm:t>
    </dgm:pt>
    <dgm:pt modelId="{F1DFE597-66B6-4606-8D63-615538E31A06}" type="sibTrans" cxnId="{8837391A-3E39-48C9-996A-A7BE987C6CD3}">
      <dgm:prSet/>
      <dgm:spPr/>
      <dgm:t>
        <a:bodyPr/>
        <a:lstStyle/>
        <a:p>
          <a:endParaRPr lang="en-US"/>
        </a:p>
      </dgm:t>
    </dgm:pt>
    <dgm:pt modelId="{BF86D51A-AD2F-433D-A50C-1C5DE0669101}" type="pres">
      <dgm:prSet presAssocID="{E662EEBA-DD20-4CFC-9B2E-72F52F65737B}" presName="outerComposite" presStyleCnt="0">
        <dgm:presLayoutVars>
          <dgm:chMax val="5"/>
          <dgm:dir/>
          <dgm:resizeHandles val="exact"/>
        </dgm:presLayoutVars>
      </dgm:prSet>
      <dgm:spPr/>
    </dgm:pt>
    <dgm:pt modelId="{394DDCE5-8554-43BE-8768-64567FE84912}" type="pres">
      <dgm:prSet presAssocID="{E662EEBA-DD20-4CFC-9B2E-72F52F65737B}" presName="dummyMaxCanvas" presStyleCnt="0">
        <dgm:presLayoutVars/>
      </dgm:prSet>
      <dgm:spPr/>
    </dgm:pt>
    <dgm:pt modelId="{9D67B4F9-53DC-4B0A-B715-62B344B83852}" type="pres">
      <dgm:prSet presAssocID="{E662EEBA-DD20-4CFC-9B2E-72F52F65737B}" presName="FourNodes_1" presStyleLbl="node1" presStyleIdx="0" presStyleCnt="4">
        <dgm:presLayoutVars>
          <dgm:bulletEnabled val="1"/>
        </dgm:presLayoutVars>
      </dgm:prSet>
      <dgm:spPr/>
    </dgm:pt>
    <dgm:pt modelId="{2D230E02-054A-40D6-9EBD-531F7E69A7BE}" type="pres">
      <dgm:prSet presAssocID="{E662EEBA-DD20-4CFC-9B2E-72F52F65737B}" presName="FourNodes_2" presStyleLbl="node1" presStyleIdx="1" presStyleCnt="4">
        <dgm:presLayoutVars>
          <dgm:bulletEnabled val="1"/>
        </dgm:presLayoutVars>
      </dgm:prSet>
      <dgm:spPr/>
    </dgm:pt>
    <dgm:pt modelId="{88B4B5E4-C2B3-4E60-8D6A-1611962329E9}" type="pres">
      <dgm:prSet presAssocID="{E662EEBA-DD20-4CFC-9B2E-72F52F65737B}" presName="FourNodes_3" presStyleLbl="node1" presStyleIdx="2" presStyleCnt="4">
        <dgm:presLayoutVars>
          <dgm:bulletEnabled val="1"/>
        </dgm:presLayoutVars>
      </dgm:prSet>
      <dgm:spPr/>
    </dgm:pt>
    <dgm:pt modelId="{B4F10BAD-2BC2-4728-8D61-7072DFC86D50}" type="pres">
      <dgm:prSet presAssocID="{E662EEBA-DD20-4CFC-9B2E-72F52F65737B}" presName="FourNodes_4" presStyleLbl="node1" presStyleIdx="3" presStyleCnt="4">
        <dgm:presLayoutVars>
          <dgm:bulletEnabled val="1"/>
        </dgm:presLayoutVars>
      </dgm:prSet>
      <dgm:spPr/>
    </dgm:pt>
    <dgm:pt modelId="{3192C94D-F281-467D-990F-89184C1FB168}" type="pres">
      <dgm:prSet presAssocID="{E662EEBA-DD20-4CFC-9B2E-72F52F65737B}" presName="FourConn_1-2" presStyleLbl="fgAccFollowNode1" presStyleIdx="0" presStyleCnt="3">
        <dgm:presLayoutVars>
          <dgm:bulletEnabled val="1"/>
        </dgm:presLayoutVars>
      </dgm:prSet>
      <dgm:spPr/>
    </dgm:pt>
    <dgm:pt modelId="{C1E9EEC8-1169-45C3-BE3C-CE5357C110B2}" type="pres">
      <dgm:prSet presAssocID="{E662EEBA-DD20-4CFC-9B2E-72F52F65737B}" presName="FourConn_2-3" presStyleLbl="fgAccFollowNode1" presStyleIdx="1" presStyleCnt="3">
        <dgm:presLayoutVars>
          <dgm:bulletEnabled val="1"/>
        </dgm:presLayoutVars>
      </dgm:prSet>
      <dgm:spPr/>
    </dgm:pt>
    <dgm:pt modelId="{C2BFDD55-3CFE-45FD-966B-5AB55CE5598F}" type="pres">
      <dgm:prSet presAssocID="{E662EEBA-DD20-4CFC-9B2E-72F52F65737B}" presName="FourConn_3-4" presStyleLbl="fgAccFollowNode1" presStyleIdx="2" presStyleCnt="3">
        <dgm:presLayoutVars>
          <dgm:bulletEnabled val="1"/>
        </dgm:presLayoutVars>
      </dgm:prSet>
      <dgm:spPr/>
    </dgm:pt>
    <dgm:pt modelId="{F2F7E5BD-8852-4836-8312-A29BFF272945}" type="pres">
      <dgm:prSet presAssocID="{E662EEBA-DD20-4CFC-9B2E-72F52F65737B}" presName="FourNodes_1_text" presStyleLbl="node1" presStyleIdx="3" presStyleCnt="4">
        <dgm:presLayoutVars>
          <dgm:bulletEnabled val="1"/>
        </dgm:presLayoutVars>
      </dgm:prSet>
      <dgm:spPr/>
    </dgm:pt>
    <dgm:pt modelId="{59379DD9-262D-4A22-BC76-C7E8B6BE1286}" type="pres">
      <dgm:prSet presAssocID="{E662EEBA-DD20-4CFC-9B2E-72F52F65737B}" presName="FourNodes_2_text" presStyleLbl="node1" presStyleIdx="3" presStyleCnt="4">
        <dgm:presLayoutVars>
          <dgm:bulletEnabled val="1"/>
        </dgm:presLayoutVars>
      </dgm:prSet>
      <dgm:spPr/>
    </dgm:pt>
    <dgm:pt modelId="{6FD3DD07-2B9A-48E4-8D7D-3B23F8DA4ECE}" type="pres">
      <dgm:prSet presAssocID="{E662EEBA-DD20-4CFC-9B2E-72F52F65737B}" presName="FourNodes_3_text" presStyleLbl="node1" presStyleIdx="3" presStyleCnt="4">
        <dgm:presLayoutVars>
          <dgm:bulletEnabled val="1"/>
        </dgm:presLayoutVars>
      </dgm:prSet>
      <dgm:spPr/>
    </dgm:pt>
    <dgm:pt modelId="{D2505CF9-249C-4282-AFDB-77C4CA11605C}" type="pres">
      <dgm:prSet presAssocID="{E662EEBA-DD20-4CFC-9B2E-72F52F65737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528A603-221F-4E75-8EEF-C33EB09E51BD}" type="presOf" srcId="{1C67D031-6FDF-4D77-8F19-0A4967F4AC91}" destId="{D2505CF9-249C-4282-AFDB-77C4CA11605C}" srcOrd="1" destOrd="0" presId="urn:microsoft.com/office/officeart/2005/8/layout/vProcess5"/>
    <dgm:cxn modelId="{81A1040C-FE89-411E-B07D-395074ABA3FD}" type="presOf" srcId="{16ACB686-FF84-4B14-922D-56AFD5F4CB43}" destId="{3192C94D-F281-467D-990F-89184C1FB168}" srcOrd="0" destOrd="0" presId="urn:microsoft.com/office/officeart/2005/8/layout/vProcess5"/>
    <dgm:cxn modelId="{B396E716-E580-4BFE-8AA6-E4A7DED87C5C}" srcId="{E662EEBA-DD20-4CFC-9B2E-72F52F65737B}" destId="{34434656-7DFA-4702-B626-4303AA36D190}" srcOrd="0" destOrd="0" parTransId="{204CE9C8-FE82-4FE1-B0E2-183D248E4C4E}" sibTransId="{16ACB686-FF84-4B14-922D-56AFD5F4CB43}"/>
    <dgm:cxn modelId="{8837391A-3E39-48C9-996A-A7BE987C6CD3}" srcId="{E662EEBA-DD20-4CFC-9B2E-72F52F65737B}" destId="{1C67D031-6FDF-4D77-8F19-0A4967F4AC91}" srcOrd="3" destOrd="0" parTransId="{52B94458-E3D9-4F30-ACB5-C9E218FF4F63}" sibTransId="{F1DFE597-66B6-4606-8D63-615538E31A06}"/>
    <dgm:cxn modelId="{D53B531D-C72F-4E39-95F8-3A19E8539CB5}" type="presOf" srcId="{D6CC8D68-B5EB-4652-8559-9E1BAC3CECE7}" destId="{6FD3DD07-2B9A-48E4-8D7D-3B23F8DA4ECE}" srcOrd="1" destOrd="0" presId="urn:microsoft.com/office/officeart/2005/8/layout/vProcess5"/>
    <dgm:cxn modelId="{C26CAF29-9420-4035-855A-20C0B1D52997}" type="presOf" srcId="{34434656-7DFA-4702-B626-4303AA36D190}" destId="{F2F7E5BD-8852-4836-8312-A29BFF272945}" srcOrd="1" destOrd="0" presId="urn:microsoft.com/office/officeart/2005/8/layout/vProcess5"/>
    <dgm:cxn modelId="{94F2B836-BBCC-4C2A-92C6-F6016D9A8A1D}" srcId="{E662EEBA-DD20-4CFC-9B2E-72F52F65737B}" destId="{D6CC8D68-B5EB-4652-8559-9E1BAC3CECE7}" srcOrd="2" destOrd="0" parTransId="{F9E170F4-DC5D-476B-B6C2-79C9448891B7}" sibTransId="{6EE83F5D-8D4B-42FA-809C-8FC910690862}"/>
    <dgm:cxn modelId="{74D5C53F-310E-45D2-B65D-4926C99DA6C9}" type="presOf" srcId="{2D76F13F-8184-4415-ADA0-B4335E6D75D0}" destId="{C1E9EEC8-1169-45C3-BE3C-CE5357C110B2}" srcOrd="0" destOrd="0" presId="urn:microsoft.com/office/officeart/2005/8/layout/vProcess5"/>
    <dgm:cxn modelId="{B7418465-E889-41D8-A129-7D8DCC9DCAD4}" type="presOf" srcId="{6EE83F5D-8D4B-42FA-809C-8FC910690862}" destId="{C2BFDD55-3CFE-45FD-966B-5AB55CE5598F}" srcOrd="0" destOrd="0" presId="urn:microsoft.com/office/officeart/2005/8/layout/vProcess5"/>
    <dgm:cxn modelId="{79C6C574-75B2-419D-845B-0FA4807133EF}" type="presOf" srcId="{1C67D031-6FDF-4D77-8F19-0A4967F4AC91}" destId="{B4F10BAD-2BC2-4728-8D61-7072DFC86D50}" srcOrd="0" destOrd="0" presId="urn:microsoft.com/office/officeart/2005/8/layout/vProcess5"/>
    <dgm:cxn modelId="{FA309782-4BE9-496F-B325-DB5032A7E5FE}" type="presOf" srcId="{5571F090-8C28-4997-9481-C44F735D662B}" destId="{2D230E02-054A-40D6-9EBD-531F7E69A7BE}" srcOrd="0" destOrd="0" presId="urn:microsoft.com/office/officeart/2005/8/layout/vProcess5"/>
    <dgm:cxn modelId="{0DED239D-09AC-4EF8-89B4-F458D3C9A51A}" type="presOf" srcId="{E662EEBA-DD20-4CFC-9B2E-72F52F65737B}" destId="{BF86D51A-AD2F-433D-A50C-1C5DE0669101}" srcOrd="0" destOrd="0" presId="urn:microsoft.com/office/officeart/2005/8/layout/vProcess5"/>
    <dgm:cxn modelId="{43167EB5-CB00-414D-B374-215CBD93FB28}" type="presOf" srcId="{5571F090-8C28-4997-9481-C44F735D662B}" destId="{59379DD9-262D-4A22-BC76-C7E8B6BE1286}" srcOrd="1" destOrd="0" presId="urn:microsoft.com/office/officeart/2005/8/layout/vProcess5"/>
    <dgm:cxn modelId="{7D48FCC5-5BAF-4C96-8468-9324336B7226}" type="presOf" srcId="{D6CC8D68-B5EB-4652-8559-9E1BAC3CECE7}" destId="{88B4B5E4-C2B3-4E60-8D6A-1611962329E9}" srcOrd="0" destOrd="0" presId="urn:microsoft.com/office/officeart/2005/8/layout/vProcess5"/>
    <dgm:cxn modelId="{028343C8-BC6B-453C-BFB1-A79181EAFFEB}" type="presOf" srcId="{34434656-7DFA-4702-B626-4303AA36D190}" destId="{9D67B4F9-53DC-4B0A-B715-62B344B83852}" srcOrd="0" destOrd="0" presId="urn:microsoft.com/office/officeart/2005/8/layout/vProcess5"/>
    <dgm:cxn modelId="{48107EE3-E7E5-4740-B501-D04A1EEAD901}" srcId="{E662EEBA-DD20-4CFC-9B2E-72F52F65737B}" destId="{5571F090-8C28-4997-9481-C44F735D662B}" srcOrd="1" destOrd="0" parTransId="{49CF7761-BE67-4BD4-93E0-59E50AD81BF3}" sibTransId="{2D76F13F-8184-4415-ADA0-B4335E6D75D0}"/>
    <dgm:cxn modelId="{BC2F0118-5ED3-4B46-B4AE-0EADFAB7170C}" type="presParOf" srcId="{BF86D51A-AD2F-433D-A50C-1C5DE0669101}" destId="{394DDCE5-8554-43BE-8768-64567FE84912}" srcOrd="0" destOrd="0" presId="urn:microsoft.com/office/officeart/2005/8/layout/vProcess5"/>
    <dgm:cxn modelId="{ABF36E49-B363-4DC4-8D9C-FFD2C4468602}" type="presParOf" srcId="{BF86D51A-AD2F-433D-A50C-1C5DE0669101}" destId="{9D67B4F9-53DC-4B0A-B715-62B344B83852}" srcOrd="1" destOrd="0" presId="urn:microsoft.com/office/officeart/2005/8/layout/vProcess5"/>
    <dgm:cxn modelId="{245C38AF-B177-404B-8836-E4C7889295C6}" type="presParOf" srcId="{BF86D51A-AD2F-433D-A50C-1C5DE0669101}" destId="{2D230E02-054A-40D6-9EBD-531F7E69A7BE}" srcOrd="2" destOrd="0" presId="urn:microsoft.com/office/officeart/2005/8/layout/vProcess5"/>
    <dgm:cxn modelId="{129133A0-FBC3-42C9-818A-4DD5AA76ECCB}" type="presParOf" srcId="{BF86D51A-AD2F-433D-A50C-1C5DE0669101}" destId="{88B4B5E4-C2B3-4E60-8D6A-1611962329E9}" srcOrd="3" destOrd="0" presId="urn:microsoft.com/office/officeart/2005/8/layout/vProcess5"/>
    <dgm:cxn modelId="{10705985-A9E8-440E-A960-0A19285BC6AE}" type="presParOf" srcId="{BF86D51A-AD2F-433D-A50C-1C5DE0669101}" destId="{B4F10BAD-2BC2-4728-8D61-7072DFC86D50}" srcOrd="4" destOrd="0" presId="urn:microsoft.com/office/officeart/2005/8/layout/vProcess5"/>
    <dgm:cxn modelId="{5C0A5CBD-CA27-4DD8-9AE4-3482C23464B2}" type="presParOf" srcId="{BF86D51A-AD2F-433D-A50C-1C5DE0669101}" destId="{3192C94D-F281-467D-990F-89184C1FB168}" srcOrd="5" destOrd="0" presId="urn:microsoft.com/office/officeart/2005/8/layout/vProcess5"/>
    <dgm:cxn modelId="{12969E44-73DF-445D-82C7-731C6BE71624}" type="presParOf" srcId="{BF86D51A-AD2F-433D-A50C-1C5DE0669101}" destId="{C1E9EEC8-1169-45C3-BE3C-CE5357C110B2}" srcOrd="6" destOrd="0" presId="urn:microsoft.com/office/officeart/2005/8/layout/vProcess5"/>
    <dgm:cxn modelId="{675B7039-A28F-45C5-AC31-94330C3DFBAB}" type="presParOf" srcId="{BF86D51A-AD2F-433D-A50C-1C5DE0669101}" destId="{C2BFDD55-3CFE-45FD-966B-5AB55CE5598F}" srcOrd="7" destOrd="0" presId="urn:microsoft.com/office/officeart/2005/8/layout/vProcess5"/>
    <dgm:cxn modelId="{9AAC87A7-230F-4DD7-B183-526D7824AA3E}" type="presParOf" srcId="{BF86D51A-AD2F-433D-A50C-1C5DE0669101}" destId="{F2F7E5BD-8852-4836-8312-A29BFF272945}" srcOrd="8" destOrd="0" presId="urn:microsoft.com/office/officeart/2005/8/layout/vProcess5"/>
    <dgm:cxn modelId="{8D0DDAAB-0EF1-4AFB-9389-1AAE716E4855}" type="presParOf" srcId="{BF86D51A-AD2F-433D-A50C-1C5DE0669101}" destId="{59379DD9-262D-4A22-BC76-C7E8B6BE1286}" srcOrd="9" destOrd="0" presId="urn:microsoft.com/office/officeart/2005/8/layout/vProcess5"/>
    <dgm:cxn modelId="{7BE680F6-3160-4A50-A6B8-DD8B068A5842}" type="presParOf" srcId="{BF86D51A-AD2F-433D-A50C-1C5DE0669101}" destId="{6FD3DD07-2B9A-48E4-8D7D-3B23F8DA4ECE}" srcOrd="10" destOrd="0" presId="urn:microsoft.com/office/officeart/2005/8/layout/vProcess5"/>
    <dgm:cxn modelId="{3DE74664-0FA7-46A1-904C-2FE2C68045C4}" type="presParOf" srcId="{BF86D51A-AD2F-433D-A50C-1C5DE0669101}" destId="{D2505CF9-249C-4282-AFDB-77C4CA11605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0DB866-B035-4500-B132-F9478025DDB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04CB10B-E860-4CFB-80F5-24D69DA9D9AB}">
      <dgm:prSet/>
      <dgm:spPr/>
      <dgm:t>
        <a:bodyPr/>
        <a:lstStyle/>
        <a:p>
          <a:r>
            <a:rPr lang="en-US"/>
            <a:t>Moved beyond observational charts to rigorous math.</a:t>
          </a:r>
        </a:p>
      </dgm:t>
    </dgm:pt>
    <dgm:pt modelId="{4F9EBEAF-515F-4822-94FB-1AE865D7C1ED}" type="parTrans" cxnId="{A9A72036-0D96-48B1-9E65-835E0AD0CDC3}">
      <dgm:prSet/>
      <dgm:spPr/>
      <dgm:t>
        <a:bodyPr/>
        <a:lstStyle/>
        <a:p>
          <a:endParaRPr lang="en-US"/>
        </a:p>
      </dgm:t>
    </dgm:pt>
    <dgm:pt modelId="{547751B5-5841-44F1-BCA6-82C22B964157}" type="sibTrans" cxnId="{A9A72036-0D96-48B1-9E65-835E0AD0CDC3}">
      <dgm:prSet/>
      <dgm:spPr/>
      <dgm:t>
        <a:bodyPr/>
        <a:lstStyle/>
        <a:p>
          <a:endParaRPr lang="en-US"/>
        </a:p>
      </dgm:t>
    </dgm:pt>
    <dgm:pt modelId="{9F96BF80-3ADB-4C4E-BD66-1D0E693250E4}">
      <dgm:prSet/>
      <dgm:spPr/>
      <dgm:t>
        <a:bodyPr/>
        <a:lstStyle/>
        <a:p>
          <a:r>
            <a:rPr lang="en-US"/>
            <a:t>Utilized Scipy.stats for Independent Samples T-Tests.</a:t>
          </a:r>
        </a:p>
      </dgm:t>
    </dgm:pt>
    <dgm:pt modelId="{4D30B0CF-A686-47D5-99DD-E29EDD9B7939}" type="parTrans" cxnId="{7B401C08-1CAC-486D-B79C-82ABE4987076}">
      <dgm:prSet/>
      <dgm:spPr/>
      <dgm:t>
        <a:bodyPr/>
        <a:lstStyle/>
        <a:p>
          <a:endParaRPr lang="en-US"/>
        </a:p>
      </dgm:t>
    </dgm:pt>
    <dgm:pt modelId="{4B555D8A-A7EA-4373-B0A2-5B00B3D8412A}" type="sibTrans" cxnId="{7B401C08-1CAC-486D-B79C-82ABE4987076}">
      <dgm:prSet/>
      <dgm:spPr/>
      <dgm:t>
        <a:bodyPr/>
        <a:lstStyle/>
        <a:p>
          <a:endParaRPr lang="en-US"/>
        </a:p>
      </dgm:t>
    </dgm:pt>
    <dgm:pt modelId="{A85A33B8-2E03-4B27-9D92-088E57C0F4CF}">
      <dgm:prSet/>
      <dgm:spPr/>
      <dgm:t>
        <a:bodyPr/>
        <a:lstStyle/>
        <a:p>
          <a:r>
            <a:rPr lang="en-US"/>
            <a:t>Established a strict alpha threshold of 0.05 to prevent false assumptions.</a:t>
          </a:r>
        </a:p>
      </dgm:t>
    </dgm:pt>
    <dgm:pt modelId="{A96AB6C0-0326-488F-9D9D-F094A7C6D9EF}" type="parTrans" cxnId="{586A81EA-A3E1-4A87-81B1-D1BC4C2E3C21}">
      <dgm:prSet/>
      <dgm:spPr/>
      <dgm:t>
        <a:bodyPr/>
        <a:lstStyle/>
        <a:p>
          <a:endParaRPr lang="en-US"/>
        </a:p>
      </dgm:t>
    </dgm:pt>
    <dgm:pt modelId="{83AD3956-5F5F-4DDE-8EA4-ECE0A0975E7C}" type="sibTrans" cxnId="{586A81EA-A3E1-4A87-81B1-D1BC4C2E3C21}">
      <dgm:prSet/>
      <dgm:spPr/>
      <dgm:t>
        <a:bodyPr/>
        <a:lstStyle/>
        <a:p>
          <a:endParaRPr lang="en-US"/>
        </a:p>
      </dgm:t>
    </dgm:pt>
    <dgm:pt modelId="{4EEA7266-3CE9-430D-BCEB-5337C4B6587E}" type="pres">
      <dgm:prSet presAssocID="{C60DB866-B035-4500-B132-F9478025DDB7}" presName="root" presStyleCnt="0">
        <dgm:presLayoutVars>
          <dgm:dir/>
          <dgm:resizeHandles val="exact"/>
        </dgm:presLayoutVars>
      </dgm:prSet>
      <dgm:spPr/>
    </dgm:pt>
    <dgm:pt modelId="{096D9BA5-9FD5-455E-AA32-C88A47543A83}" type="pres">
      <dgm:prSet presAssocID="{204CB10B-E860-4CFB-80F5-24D69DA9D9AB}" presName="compNode" presStyleCnt="0"/>
      <dgm:spPr/>
    </dgm:pt>
    <dgm:pt modelId="{E3222BE4-7E50-4670-958C-576460D14D24}" type="pres">
      <dgm:prSet presAssocID="{204CB10B-E860-4CFB-80F5-24D69DA9D9A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0153235-B15A-4E3B-B3EA-842F5917AD4B}" type="pres">
      <dgm:prSet presAssocID="{204CB10B-E860-4CFB-80F5-24D69DA9D9AB}" presName="spaceRect" presStyleCnt="0"/>
      <dgm:spPr/>
    </dgm:pt>
    <dgm:pt modelId="{8B4D2EFC-1918-40CF-9E6F-45F4A7E77400}" type="pres">
      <dgm:prSet presAssocID="{204CB10B-E860-4CFB-80F5-24D69DA9D9AB}" presName="textRect" presStyleLbl="revTx" presStyleIdx="0" presStyleCnt="3">
        <dgm:presLayoutVars>
          <dgm:chMax val="1"/>
          <dgm:chPref val="1"/>
        </dgm:presLayoutVars>
      </dgm:prSet>
      <dgm:spPr/>
    </dgm:pt>
    <dgm:pt modelId="{E9EF08E8-88F5-4AE0-860F-A4083E5E9A96}" type="pres">
      <dgm:prSet presAssocID="{547751B5-5841-44F1-BCA6-82C22B964157}" presName="sibTrans" presStyleCnt="0"/>
      <dgm:spPr/>
    </dgm:pt>
    <dgm:pt modelId="{2459DDFF-A3FB-4EA3-B8FB-08D086157524}" type="pres">
      <dgm:prSet presAssocID="{9F96BF80-3ADB-4C4E-BD66-1D0E693250E4}" presName="compNode" presStyleCnt="0"/>
      <dgm:spPr/>
    </dgm:pt>
    <dgm:pt modelId="{EEB021AF-125E-4C05-A79B-5C8EA9348BEE}" type="pres">
      <dgm:prSet presAssocID="{9F96BF80-3ADB-4C4E-BD66-1D0E693250E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EC4C855-DA57-4821-827C-5D984EC4867D}" type="pres">
      <dgm:prSet presAssocID="{9F96BF80-3ADB-4C4E-BD66-1D0E693250E4}" presName="spaceRect" presStyleCnt="0"/>
      <dgm:spPr/>
    </dgm:pt>
    <dgm:pt modelId="{A40FDDD5-E338-41CD-89F7-B8C47BF06F7C}" type="pres">
      <dgm:prSet presAssocID="{9F96BF80-3ADB-4C4E-BD66-1D0E693250E4}" presName="textRect" presStyleLbl="revTx" presStyleIdx="1" presStyleCnt="3">
        <dgm:presLayoutVars>
          <dgm:chMax val="1"/>
          <dgm:chPref val="1"/>
        </dgm:presLayoutVars>
      </dgm:prSet>
      <dgm:spPr/>
    </dgm:pt>
    <dgm:pt modelId="{8081F205-8ECD-475E-94E4-282A7E372D81}" type="pres">
      <dgm:prSet presAssocID="{4B555D8A-A7EA-4373-B0A2-5B00B3D8412A}" presName="sibTrans" presStyleCnt="0"/>
      <dgm:spPr/>
    </dgm:pt>
    <dgm:pt modelId="{F83AEB55-3EAB-492A-A037-A25440316E5B}" type="pres">
      <dgm:prSet presAssocID="{A85A33B8-2E03-4B27-9D92-088E57C0F4CF}" presName="compNode" presStyleCnt="0"/>
      <dgm:spPr/>
    </dgm:pt>
    <dgm:pt modelId="{860804C0-3F3C-4FEC-A9FA-A096F1BBC29C}" type="pres">
      <dgm:prSet presAssocID="{A85A33B8-2E03-4B27-9D92-088E57C0F4C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242740B-3656-4AE4-899A-3BCC0DE55249}" type="pres">
      <dgm:prSet presAssocID="{A85A33B8-2E03-4B27-9D92-088E57C0F4CF}" presName="spaceRect" presStyleCnt="0"/>
      <dgm:spPr/>
    </dgm:pt>
    <dgm:pt modelId="{6800ECE3-0E53-4177-94FB-A28C38F56F75}" type="pres">
      <dgm:prSet presAssocID="{A85A33B8-2E03-4B27-9D92-088E57C0F4C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B401C08-1CAC-486D-B79C-82ABE4987076}" srcId="{C60DB866-B035-4500-B132-F9478025DDB7}" destId="{9F96BF80-3ADB-4C4E-BD66-1D0E693250E4}" srcOrd="1" destOrd="0" parTransId="{4D30B0CF-A686-47D5-99DD-E29EDD9B7939}" sibTransId="{4B555D8A-A7EA-4373-B0A2-5B00B3D8412A}"/>
    <dgm:cxn modelId="{9BF2CE2D-A24F-4F59-B324-EF7E68F3CD10}" type="presOf" srcId="{A85A33B8-2E03-4B27-9D92-088E57C0F4CF}" destId="{6800ECE3-0E53-4177-94FB-A28C38F56F75}" srcOrd="0" destOrd="0" presId="urn:microsoft.com/office/officeart/2018/2/layout/IconLabelList"/>
    <dgm:cxn modelId="{A9A72036-0D96-48B1-9E65-835E0AD0CDC3}" srcId="{C60DB866-B035-4500-B132-F9478025DDB7}" destId="{204CB10B-E860-4CFB-80F5-24D69DA9D9AB}" srcOrd="0" destOrd="0" parTransId="{4F9EBEAF-515F-4822-94FB-1AE865D7C1ED}" sibTransId="{547751B5-5841-44F1-BCA6-82C22B964157}"/>
    <dgm:cxn modelId="{A0144E77-DCB3-41AC-82C2-1A7B3DF54941}" type="presOf" srcId="{C60DB866-B035-4500-B132-F9478025DDB7}" destId="{4EEA7266-3CE9-430D-BCEB-5337C4B6587E}" srcOrd="0" destOrd="0" presId="urn:microsoft.com/office/officeart/2018/2/layout/IconLabelList"/>
    <dgm:cxn modelId="{BE271A8B-4C89-42DD-9824-336A644EA5AA}" type="presOf" srcId="{204CB10B-E860-4CFB-80F5-24D69DA9D9AB}" destId="{8B4D2EFC-1918-40CF-9E6F-45F4A7E77400}" srcOrd="0" destOrd="0" presId="urn:microsoft.com/office/officeart/2018/2/layout/IconLabelList"/>
    <dgm:cxn modelId="{0967E1C7-EA2D-48E0-BE4F-A8828EE7C5B9}" type="presOf" srcId="{9F96BF80-3ADB-4C4E-BD66-1D0E693250E4}" destId="{A40FDDD5-E338-41CD-89F7-B8C47BF06F7C}" srcOrd="0" destOrd="0" presId="urn:microsoft.com/office/officeart/2018/2/layout/IconLabelList"/>
    <dgm:cxn modelId="{586A81EA-A3E1-4A87-81B1-D1BC4C2E3C21}" srcId="{C60DB866-B035-4500-B132-F9478025DDB7}" destId="{A85A33B8-2E03-4B27-9D92-088E57C0F4CF}" srcOrd="2" destOrd="0" parTransId="{A96AB6C0-0326-488F-9D9D-F094A7C6D9EF}" sibTransId="{83AD3956-5F5F-4DDE-8EA4-ECE0A0975E7C}"/>
    <dgm:cxn modelId="{4DC8084F-373F-446E-A157-A7109274E89F}" type="presParOf" srcId="{4EEA7266-3CE9-430D-BCEB-5337C4B6587E}" destId="{096D9BA5-9FD5-455E-AA32-C88A47543A83}" srcOrd="0" destOrd="0" presId="urn:microsoft.com/office/officeart/2018/2/layout/IconLabelList"/>
    <dgm:cxn modelId="{B83073D8-716C-4975-83D6-CCB133B1FC4A}" type="presParOf" srcId="{096D9BA5-9FD5-455E-AA32-C88A47543A83}" destId="{E3222BE4-7E50-4670-958C-576460D14D24}" srcOrd="0" destOrd="0" presId="urn:microsoft.com/office/officeart/2018/2/layout/IconLabelList"/>
    <dgm:cxn modelId="{2051E5DB-80B5-4382-A218-D1A1AD0342AA}" type="presParOf" srcId="{096D9BA5-9FD5-455E-AA32-C88A47543A83}" destId="{20153235-B15A-4E3B-B3EA-842F5917AD4B}" srcOrd="1" destOrd="0" presId="urn:microsoft.com/office/officeart/2018/2/layout/IconLabelList"/>
    <dgm:cxn modelId="{76EFE44F-93CD-4BFA-B5A2-2036A9A21421}" type="presParOf" srcId="{096D9BA5-9FD5-455E-AA32-C88A47543A83}" destId="{8B4D2EFC-1918-40CF-9E6F-45F4A7E77400}" srcOrd="2" destOrd="0" presId="urn:microsoft.com/office/officeart/2018/2/layout/IconLabelList"/>
    <dgm:cxn modelId="{8794DDD3-648A-48AC-997B-A4B0ED5E6420}" type="presParOf" srcId="{4EEA7266-3CE9-430D-BCEB-5337C4B6587E}" destId="{E9EF08E8-88F5-4AE0-860F-A4083E5E9A96}" srcOrd="1" destOrd="0" presId="urn:microsoft.com/office/officeart/2018/2/layout/IconLabelList"/>
    <dgm:cxn modelId="{355727C1-F67E-4AF1-B293-7F6EB1583E38}" type="presParOf" srcId="{4EEA7266-3CE9-430D-BCEB-5337C4B6587E}" destId="{2459DDFF-A3FB-4EA3-B8FB-08D086157524}" srcOrd="2" destOrd="0" presId="urn:microsoft.com/office/officeart/2018/2/layout/IconLabelList"/>
    <dgm:cxn modelId="{EE45DF04-627F-4F40-B08B-3D592BD6D675}" type="presParOf" srcId="{2459DDFF-A3FB-4EA3-B8FB-08D086157524}" destId="{EEB021AF-125E-4C05-A79B-5C8EA9348BEE}" srcOrd="0" destOrd="0" presId="urn:microsoft.com/office/officeart/2018/2/layout/IconLabelList"/>
    <dgm:cxn modelId="{998EEC0D-964E-42A4-9BB9-5763FE7B9A91}" type="presParOf" srcId="{2459DDFF-A3FB-4EA3-B8FB-08D086157524}" destId="{0EC4C855-DA57-4821-827C-5D984EC4867D}" srcOrd="1" destOrd="0" presId="urn:microsoft.com/office/officeart/2018/2/layout/IconLabelList"/>
    <dgm:cxn modelId="{D2429365-7EEC-4C62-9778-6952B67EE4D9}" type="presParOf" srcId="{2459DDFF-A3FB-4EA3-B8FB-08D086157524}" destId="{A40FDDD5-E338-41CD-89F7-B8C47BF06F7C}" srcOrd="2" destOrd="0" presId="urn:microsoft.com/office/officeart/2018/2/layout/IconLabelList"/>
    <dgm:cxn modelId="{63AF5645-5884-43FA-9681-8E6466AD8B19}" type="presParOf" srcId="{4EEA7266-3CE9-430D-BCEB-5337C4B6587E}" destId="{8081F205-8ECD-475E-94E4-282A7E372D81}" srcOrd="3" destOrd="0" presId="urn:microsoft.com/office/officeart/2018/2/layout/IconLabelList"/>
    <dgm:cxn modelId="{E7745AAC-7025-4391-A0E3-358DA1BB008C}" type="presParOf" srcId="{4EEA7266-3CE9-430D-BCEB-5337C4B6587E}" destId="{F83AEB55-3EAB-492A-A037-A25440316E5B}" srcOrd="4" destOrd="0" presId="urn:microsoft.com/office/officeart/2018/2/layout/IconLabelList"/>
    <dgm:cxn modelId="{26771BD4-2F66-4CE7-ADB2-AAB043CB2CB0}" type="presParOf" srcId="{F83AEB55-3EAB-492A-A037-A25440316E5B}" destId="{860804C0-3F3C-4FEC-A9FA-A096F1BBC29C}" srcOrd="0" destOrd="0" presId="urn:microsoft.com/office/officeart/2018/2/layout/IconLabelList"/>
    <dgm:cxn modelId="{3BB52DC7-CBC7-4E65-A446-93A2225C7697}" type="presParOf" srcId="{F83AEB55-3EAB-492A-A037-A25440316E5B}" destId="{D242740B-3656-4AE4-899A-3BCC0DE55249}" srcOrd="1" destOrd="0" presId="urn:microsoft.com/office/officeart/2018/2/layout/IconLabelList"/>
    <dgm:cxn modelId="{21D03D61-DCF8-43AF-A864-470FCAFAD1F8}" type="presParOf" srcId="{F83AEB55-3EAB-492A-A037-A25440316E5B}" destId="{6800ECE3-0E53-4177-94FB-A28C38F56F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9BF4FA-E9EB-47AC-9E77-85F06391043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3123232-9D44-4585-85BF-37B08EFB48EE}">
      <dgm:prSet/>
      <dgm:spPr/>
      <dgm:t>
        <a:bodyPr/>
        <a:lstStyle/>
        <a:p>
          <a:r>
            <a:rPr lang="en-US"/>
            <a:t>Hardware Cross-Selling (Days 1-30)</a:t>
          </a:r>
        </a:p>
      </dgm:t>
    </dgm:pt>
    <dgm:pt modelId="{6083BB6E-F394-499D-AB54-F57B0103A14E}" type="parTrans" cxnId="{4E173F3F-754D-4764-B418-8F98DCB7EE3D}">
      <dgm:prSet/>
      <dgm:spPr/>
      <dgm:t>
        <a:bodyPr/>
        <a:lstStyle/>
        <a:p>
          <a:endParaRPr lang="en-US"/>
        </a:p>
      </dgm:t>
    </dgm:pt>
    <dgm:pt modelId="{05B39429-268E-4BD7-BFCF-B57AF6076AD2}" type="sibTrans" cxnId="{4E173F3F-754D-4764-B418-8F98DCB7EE3D}">
      <dgm:prSet/>
      <dgm:spPr/>
      <dgm:t>
        <a:bodyPr/>
        <a:lstStyle/>
        <a:p>
          <a:endParaRPr lang="en-US"/>
        </a:p>
      </dgm:t>
    </dgm:pt>
    <dgm:pt modelId="{1A3FFC94-B375-46ED-AD23-EAF84A7C5A72}">
      <dgm:prSet/>
      <dgm:spPr/>
      <dgm:t>
        <a:bodyPr/>
        <a:lstStyle/>
        <a:p>
          <a:r>
            <a:rPr lang="en-US"/>
            <a:t>Launch targeted campaigns to subscription-only users.</a:t>
          </a:r>
        </a:p>
      </dgm:t>
    </dgm:pt>
    <dgm:pt modelId="{37009476-3138-4382-A3C5-44BDFD345911}" type="parTrans" cxnId="{4C03D65D-A857-498C-8B5E-CE0CDE4C477E}">
      <dgm:prSet/>
      <dgm:spPr/>
      <dgm:t>
        <a:bodyPr/>
        <a:lstStyle/>
        <a:p>
          <a:endParaRPr lang="en-US"/>
        </a:p>
      </dgm:t>
    </dgm:pt>
    <dgm:pt modelId="{2D25E73B-C538-4BC8-95FC-870A970A406A}" type="sibTrans" cxnId="{4C03D65D-A857-498C-8B5E-CE0CDE4C477E}">
      <dgm:prSet/>
      <dgm:spPr/>
      <dgm:t>
        <a:bodyPr/>
        <a:lstStyle/>
        <a:p>
          <a:endParaRPr lang="en-US"/>
        </a:p>
      </dgm:t>
    </dgm:pt>
    <dgm:pt modelId="{926E8B7E-9B03-44AF-82DC-ED7424FC5EAC}">
      <dgm:prSet/>
      <dgm:spPr/>
      <dgm:t>
        <a:bodyPr/>
        <a:lstStyle/>
        <a:p>
          <a:r>
            <a:rPr lang="en-US"/>
            <a:t>Treat entry-level hardware as a 'loss-leader'.</a:t>
          </a:r>
        </a:p>
      </dgm:t>
    </dgm:pt>
    <dgm:pt modelId="{3CB08D8A-B5EA-4C4A-8DA8-67BC426B8AAC}" type="parTrans" cxnId="{F8FB8485-CDF7-41B6-8703-854EE4664A77}">
      <dgm:prSet/>
      <dgm:spPr/>
      <dgm:t>
        <a:bodyPr/>
        <a:lstStyle/>
        <a:p>
          <a:endParaRPr lang="en-US"/>
        </a:p>
      </dgm:t>
    </dgm:pt>
    <dgm:pt modelId="{2DAC3F76-0AC1-4753-B68E-B4725FEB4012}" type="sibTrans" cxnId="{F8FB8485-CDF7-41B6-8703-854EE4664A77}">
      <dgm:prSet/>
      <dgm:spPr/>
      <dgm:t>
        <a:bodyPr/>
        <a:lstStyle/>
        <a:p>
          <a:endParaRPr lang="en-US"/>
        </a:p>
      </dgm:t>
    </dgm:pt>
    <dgm:pt modelId="{710F6085-0B07-4FF9-BC2F-B4D60AB6B240}">
      <dgm:prSet/>
      <dgm:spPr/>
      <dgm:t>
        <a:bodyPr/>
        <a:lstStyle/>
        <a:p>
          <a:r>
            <a:rPr lang="en-US"/>
            <a:t>Subsidize hardware costs to guarantee extended subscription tenures.</a:t>
          </a:r>
        </a:p>
      </dgm:t>
    </dgm:pt>
    <dgm:pt modelId="{7F85CAA6-FEFE-4CB2-809B-5C27CBD21A42}" type="parTrans" cxnId="{FEC1A17A-0BCC-413E-8275-5A271EACCE73}">
      <dgm:prSet/>
      <dgm:spPr/>
      <dgm:t>
        <a:bodyPr/>
        <a:lstStyle/>
        <a:p>
          <a:endParaRPr lang="en-US"/>
        </a:p>
      </dgm:t>
    </dgm:pt>
    <dgm:pt modelId="{D469028A-247B-4301-A39D-2BC3F5AD7883}" type="sibTrans" cxnId="{FEC1A17A-0BCC-413E-8275-5A271EACCE73}">
      <dgm:prSet/>
      <dgm:spPr/>
      <dgm:t>
        <a:bodyPr/>
        <a:lstStyle/>
        <a:p>
          <a:endParaRPr lang="en-US"/>
        </a:p>
      </dgm:t>
    </dgm:pt>
    <dgm:pt modelId="{D5AA90F4-D6E1-407E-91B3-CE9D37F91BB0}" type="pres">
      <dgm:prSet presAssocID="{AF9BF4FA-E9EB-47AC-9E77-85F063910431}" presName="root" presStyleCnt="0">
        <dgm:presLayoutVars>
          <dgm:dir/>
          <dgm:resizeHandles val="exact"/>
        </dgm:presLayoutVars>
      </dgm:prSet>
      <dgm:spPr/>
    </dgm:pt>
    <dgm:pt modelId="{9E489F5D-BDDE-4242-945A-DC953415DE1A}" type="pres">
      <dgm:prSet presAssocID="{AF9BF4FA-E9EB-47AC-9E77-85F063910431}" presName="container" presStyleCnt="0">
        <dgm:presLayoutVars>
          <dgm:dir/>
          <dgm:resizeHandles val="exact"/>
        </dgm:presLayoutVars>
      </dgm:prSet>
      <dgm:spPr/>
    </dgm:pt>
    <dgm:pt modelId="{25F513C1-FF44-4167-87B8-A47965BC65A0}" type="pres">
      <dgm:prSet presAssocID="{43123232-9D44-4585-85BF-37B08EFB48EE}" presName="compNode" presStyleCnt="0"/>
      <dgm:spPr/>
    </dgm:pt>
    <dgm:pt modelId="{3D61F2F6-7C63-45DD-B3DF-669BDEED0890}" type="pres">
      <dgm:prSet presAssocID="{43123232-9D44-4585-85BF-37B08EFB48EE}" presName="iconBgRect" presStyleLbl="bgShp" presStyleIdx="0" presStyleCnt="4"/>
      <dgm:spPr/>
    </dgm:pt>
    <dgm:pt modelId="{85E19A79-55F8-4459-BA31-C96C963913E9}" type="pres">
      <dgm:prSet presAssocID="{43123232-9D44-4585-85BF-37B08EFB48E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FE205923-785D-4AA8-9B4D-C317C6EC6273}" type="pres">
      <dgm:prSet presAssocID="{43123232-9D44-4585-85BF-37B08EFB48EE}" presName="spaceRect" presStyleCnt="0"/>
      <dgm:spPr/>
    </dgm:pt>
    <dgm:pt modelId="{AAF5F4D1-54CD-42EB-8AC8-BBB2128D76EA}" type="pres">
      <dgm:prSet presAssocID="{43123232-9D44-4585-85BF-37B08EFB48EE}" presName="textRect" presStyleLbl="revTx" presStyleIdx="0" presStyleCnt="4">
        <dgm:presLayoutVars>
          <dgm:chMax val="1"/>
          <dgm:chPref val="1"/>
        </dgm:presLayoutVars>
      </dgm:prSet>
      <dgm:spPr/>
    </dgm:pt>
    <dgm:pt modelId="{8612C0A6-E19A-43EF-85A9-1BD5190E20FA}" type="pres">
      <dgm:prSet presAssocID="{05B39429-268E-4BD7-BFCF-B57AF6076AD2}" presName="sibTrans" presStyleLbl="sibTrans2D1" presStyleIdx="0" presStyleCnt="0"/>
      <dgm:spPr/>
    </dgm:pt>
    <dgm:pt modelId="{05C46311-8FAA-47CA-A93A-0E8C4CF3C439}" type="pres">
      <dgm:prSet presAssocID="{1A3FFC94-B375-46ED-AD23-EAF84A7C5A72}" presName="compNode" presStyleCnt="0"/>
      <dgm:spPr/>
    </dgm:pt>
    <dgm:pt modelId="{23946D45-DBDE-4047-9F01-66FCF716F73A}" type="pres">
      <dgm:prSet presAssocID="{1A3FFC94-B375-46ED-AD23-EAF84A7C5A72}" presName="iconBgRect" presStyleLbl="bgShp" presStyleIdx="1" presStyleCnt="4"/>
      <dgm:spPr/>
    </dgm:pt>
    <dgm:pt modelId="{1C6FD321-B3F9-459D-8B2E-F622101038CD}" type="pres">
      <dgm:prSet presAssocID="{1A3FFC94-B375-46ED-AD23-EAF84A7C5A7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pcorn"/>
        </a:ext>
      </dgm:extLst>
    </dgm:pt>
    <dgm:pt modelId="{3097C6DD-2BDE-4A40-A7B6-723DC765D8F6}" type="pres">
      <dgm:prSet presAssocID="{1A3FFC94-B375-46ED-AD23-EAF84A7C5A72}" presName="spaceRect" presStyleCnt="0"/>
      <dgm:spPr/>
    </dgm:pt>
    <dgm:pt modelId="{5B7EE836-9373-4DAE-BD77-4A737956BCD5}" type="pres">
      <dgm:prSet presAssocID="{1A3FFC94-B375-46ED-AD23-EAF84A7C5A72}" presName="textRect" presStyleLbl="revTx" presStyleIdx="1" presStyleCnt="4">
        <dgm:presLayoutVars>
          <dgm:chMax val="1"/>
          <dgm:chPref val="1"/>
        </dgm:presLayoutVars>
      </dgm:prSet>
      <dgm:spPr/>
    </dgm:pt>
    <dgm:pt modelId="{54A5932D-CF53-49F4-8BD5-E897C81D5E75}" type="pres">
      <dgm:prSet presAssocID="{2D25E73B-C538-4BC8-95FC-870A970A406A}" presName="sibTrans" presStyleLbl="sibTrans2D1" presStyleIdx="0" presStyleCnt="0"/>
      <dgm:spPr/>
    </dgm:pt>
    <dgm:pt modelId="{4A476A85-4DAC-4311-9F24-578FF2A55DAD}" type="pres">
      <dgm:prSet presAssocID="{926E8B7E-9B03-44AF-82DC-ED7424FC5EAC}" presName="compNode" presStyleCnt="0"/>
      <dgm:spPr/>
    </dgm:pt>
    <dgm:pt modelId="{F6C8AA34-31B1-41AE-94F1-D05E5781F269}" type="pres">
      <dgm:prSet presAssocID="{926E8B7E-9B03-44AF-82DC-ED7424FC5EAC}" presName="iconBgRect" presStyleLbl="bgShp" presStyleIdx="2" presStyleCnt="4"/>
      <dgm:spPr/>
    </dgm:pt>
    <dgm:pt modelId="{26BFD8E5-4B21-41A4-B7ED-ABB802C5FDD8}" type="pres">
      <dgm:prSet presAssocID="{926E8B7E-9B03-44AF-82DC-ED7424FC5EA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446E3A84-85A9-4AC3-958B-D18BE99A7F64}" type="pres">
      <dgm:prSet presAssocID="{926E8B7E-9B03-44AF-82DC-ED7424FC5EAC}" presName="spaceRect" presStyleCnt="0"/>
      <dgm:spPr/>
    </dgm:pt>
    <dgm:pt modelId="{6C03D078-197D-43FA-82BD-6FF3231C2452}" type="pres">
      <dgm:prSet presAssocID="{926E8B7E-9B03-44AF-82DC-ED7424FC5EAC}" presName="textRect" presStyleLbl="revTx" presStyleIdx="2" presStyleCnt="4">
        <dgm:presLayoutVars>
          <dgm:chMax val="1"/>
          <dgm:chPref val="1"/>
        </dgm:presLayoutVars>
      </dgm:prSet>
      <dgm:spPr/>
    </dgm:pt>
    <dgm:pt modelId="{157ED3D0-22B9-4FE6-AEB4-4930DEC6D176}" type="pres">
      <dgm:prSet presAssocID="{2DAC3F76-0AC1-4753-B68E-B4725FEB4012}" presName="sibTrans" presStyleLbl="sibTrans2D1" presStyleIdx="0" presStyleCnt="0"/>
      <dgm:spPr/>
    </dgm:pt>
    <dgm:pt modelId="{1CF20D80-0EAA-4BDA-B587-0C4F58177BD9}" type="pres">
      <dgm:prSet presAssocID="{710F6085-0B07-4FF9-BC2F-B4D60AB6B240}" presName="compNode" presStyleCnt="0"/>
      <dgm:spPr/>
    </dgm:pt>
    <dgm:pt modelId="{26FDB91C-0384-4452-95CF-40B12BDE1CAA}" type="pres">
      <dgm:prSet presAssocID="{710F6085-0B07-4FF9-BC2F-B4D60AB6B240}" presName="iconBgRect" presStyleLbl="bgShp" presStyleIdx="3" presStyleCnt="4"/>
      <dgm:spPr/>
    </dgm:pt>
    <dgm:pt modelId="{8B9ECB0B-FDF6-45E7-9A05-91EE49894227}" type="pres">
      <dgm:prSet presAssocID="{710F6085-0B07-4FF9-BC2F-B4D60AB6B24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AAA5F2D-C0F1-4170-86AA-58E921FEFE3F}" type="pres">
      <dgm:prSet presAssocID="{710F6085-0B07-4FF9-BC2F-B4D60AB6B240}" presName="spaceRect" presStyleCnt="0"/>
      <dgm:spPr/>
    </dgm:pt>
    <dgm:pt modelId="{3B67AD66-DB2E-4B82-A74B-D2841DD70437}" type="pres">
      <dgm:prSet presAssocID="{710F6085-0B07-4FF9-BC2F-B4D60AB6B2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AAA3B03-B955-4B46-A4CA-F70DE699AEBA}" type="presOf" srcId="{43123232-9D44-4585-85BF-37B08EFB48EE}" destId="{AAF5F4D1-54CD-42EB-8AC8-BBB2128D76EA}" srcOrd="0" destOrd="0" presId="urn:microsoft.com/office/officeart/2018/2/layout/IconCircleList"/>
    <dgm:cxn modelId="{82554D1C-6629-4510-A44F-02418D346198}" type="presOf" srcId="{05B39429-268E-4BD7-BFCF-B57AF6076AD2}" destId="{8612C0A6-E19A-43EF-85A9-1BD5190E20FA}" srcOrd="0" destOrd="0" presId="urn:microsoft.com/office/officeart/2018/2/layout/IconCircleList"/>
    <dgm:cxn modelId="{4E173F3F-754D-4764-B418-8F98DCB7EE3D}" srcId="{AF9BF4FA-E9EB-47AC-9E77-85F063910431}" destId="{43123232-9D44-4585-85BF-37B08EFB48EE}" srcOrd="0" destOrd="0" parTransId="{6083BB6E-F394-499D-AB54-F57B0103A14E}" sibTransId="{05B39429-268E-4BD7-BFCF-B57AF6076AD2}"/>
    <dgm:cxn modelId="{4C03D65D-A857-498C-8B5E-CE0CDE4C477E}" srcId="{AF9BF4FA-E9EB-47AC-9E77-85F063910431}" destId="{1A3FFC94-B375-46ED-AD23-EAF84A7C5A72}" srcOrd="1" destOrd="0" parTransId="{37009476-3138-4382-A3C5-44BDFD345911}" sibTransId="{2D25E73B-C538-4BC8-95FC-870A970A406A}"/>
    <dgm:cxn modelId="{FEC1A17A-0BCC-413E-8275-5A271EACCE73}" srcId="{AF9BF4FA-E9EB-47AC-9E77-85F063910431}" destId="{710F6085-0B07-4FF9-BC2F-B4D60AB6B240}" srcOrd="3" destOrd="0" parTransId="{7F85CAA6-FEFE-4CB2-809B-5C27CBD21A42}" sibTransId="{D469028A-247B-4301-A39D-2BC3F5AD7883}"/>
    <dgm:cxn modelId="{F8FB8485-CDF7-41B6-8703-854EE4664A77}" srcId="{AF9BF4FA-E9EB-47AC-9E77-85F063910431}" destId="{926E8B7E-9B03-44AF-82DC-ED7424FC5EAC}" srcOrd="2" destOrd="0" parTransId="{3CB08D8A-B5EA-4C4A-8DA8-67BC426B8AAC}" sibTransId="{2DAC3F76-0AC1-4753-B68E-B4725FEB4012}"/>
    <dgm:cxn modelId="{40D06C9A-EE03-4386-9F72-C48F96AFACD3}" type="presOf" srcId="{710F6085-0B07-4FF9-BC2F-B4D60AB6B240}" destId="{3B67AD66-DB2E-4B82-A74B-D2841DD70437}" srcOrd="0" destOrd="0" presId="urn:microsoft.com/office/officeart/2018/2/layout/IconCircleList"/>
    <dgm:cxn modelId="{4B4803A2-D0A3-4A30-8F4F-C32A30C75B5A}" type="presOf" srcId="{AF9BF4FA-E9EB-47AC-9E77-85F063910431}" destId="{D5AA90F4-D6E1-407E-91B3-CE9D37F91BB0}" srcOrd="0" destOrd="0" presId="urn:microsoft.com/office/officeart/2018/2/layout/IconCircleList"/>
    <dgm:cxn modelId="{208B5DB3-FE7D-40D0-B42E-5247D717A764}" type="presOf" srcId="{2DAC3F76-0AC1-4753-B68E-B4725FEB4012}" destId="{157ED3D0-22B9-4FE6-AEB4-4930DEC6D176}" srcOrd="0" destOrd="0" presId="urn:microsoft.com/office/officeart/2018/2/layout/IconCircleList"/>
    <dgm:cxn modelId="{673AFACF-9A2A-480C-85E5-22A5D2A8F8C4}" type="presOf" srcId="{2D25E73B-C538-4BC8-95FC-870A970A406A}" destId="{54A5932D-CF53-49F4-8BD5-E897C81D5E75}" srcOrd="0" destOrd="0" presId="urn:microsoft.com/office/officeart/2018/2/layout/IconCircleList"/>
    <dgm:cxn modelId="{0D7EABE1-D1B1-4315-8757-FC43FB6C1236}" type="presOf" srcId="{1A3FFC94-B375-46ED-AD23-EAF84A7C5A72}" destId="{5B7EE836-9373-4DAE-BD77-4A737956BCD5}" srcOrd="0" destOrd="0" presId="urn:microsoft.com/office/officeart/2018/2/layout/IconCircleList"/>
    <dgm:cxn modelId="{3A8AC1EB-7337-40F9-9DF3-DEFA3EA5FA8C}" type="presOf" srcId="{926E8B7E-9B03-44AF-82DC-ED7424FC5EAC}" destId="{6C03D078-197D-43FA-82BD-6FF3231C2452}" srcOrd="0" destOrd="0" presId="urn:microsoft.com/office/officeart/2018/2/layout/IconCircleList"/>
    <dgm:cxn modelId="{902B15F1-D95F-47DA-A53B-02E02C8F1D69}" type="presParOf" srcId="{D5AA90F4-D6E1-407E-91B3-CE9D37F91BB0}" destId="{9E489F5D-BDDE-4242-945A-DC953415DE1A}" srcOrd="0" destOrd="0" presId="urn:microsoft.com/office/officeart/2018/2/layout/IconCircleList"/>
    <dgm:cxn modelId="{0F3DA391-F7D5-4AC6-B0D4-56B868E77341}" type="presParOf" srcId="{9E489F5D-BDDE-4242-945A-DC953415DE1A}" destId="{25F513C1-FF44-4167-87B8-A47965BC65A0}" srcOrd="0" destOrd="0" presId="urn:microsoft.com/office/officeart/2018/2/layout/IconCircleList"/>
    <dgm:cxn modelId="{08E51332-4B9D-4FBF-838B-3F246E901949}" type="presParOf" srcId="{25F513C1-FF44-4167-87B8-A47965BC65A0}" destId="{3D61F2F6-7C63-45DD-B3DF-669BDEED0890}" srcOrd="0" destOrd="0" presId="urn:microsoft.com/office/officeart/2018/2/layout/IconCircleList"/>
    <dgm:cxn modelId="{EF418A08-AFB6-466E-BE71-6CE49F3DCB4C}" type="presParOf" srcId="{25F513C1-FF44-4167-87B8-A47965BC65A0}" destId="{85E19A79-55F8-4459-BA31-C96C963913E9}" srcOrd="1" destOrd="0" presId="urn:microsoft.com/office/officeart/2018/2/layout/IconCircleList"/>
    <dgm:cxn modelId="{4D68770F-6B2A-4C2B-A762-9AB6C162A734}" type="presParOf" srcId="{25F513C1-FF44-4167-87B8-A47965BC65A0}" destId="{FE205923-785D-4AA8-9B4D-C317C6EC6273}" srcOrd="2" destOrd="0" presId="urn:microsoft.com/office/officeart/2018/2/layout/IconCircleList"/>
    <dgm:cxn modelId="{A610D346-6C02-4CFC-8872-E279BB590511}" type="presParOf" srcId="{25F513C1-FF44-4167-87B8-A47965BC65A0}" destId="{AAF5F4D1-54CD-42EB-8AC8-BBB2128D76EA}" srcOrd="3" destOrd="0" presId="urn:microsoft.com/office/officeart/2018/2/layout/IconCircleList"/>
    <dgm:cxn modelId="{E2F80F45-44DF-4D51-AEFB-B21EC6223801}" type="presParOf" srcId="{9E489F5D-BDDE-4242-945A-DC953415DE1A}" destId="{8612C0A6-E19A-43EF-85A9-1BD5190E20FA}" srcOrd="1" destOrd="0" presId="urn:microsoft.com/office/officeart/2018/2/layout/IconCircleList"/>
    <dgm:cxn modelId="{939AA52E-558E-448E-A23A-1523CBB290FC}" type="presParOf" srcId="{9E489F5D-BDDE-4242-945A-DC953415DE1A}" destId="{05C46311-8FAA-47CA-A93A-0E8C4CF3C439}" srcOrd="2" destOrd="0" presId="urn:microsoft.com/office/officeart/2018/2/layout/IconCircleList"/>
    <dgm:cxn modelId="{8C1EA509-8A0E-44E2-B41F-A8330ED0A6A0}" type="presParOf" srcId="{05C46311-8FAA-47CA-A93A-0E8C4CF3C439}" destId="{23946D45-DBDE-4047-9F01-66FCF716F73A}" srcOrd="0" destOrd="0" presId="urn:microsoft.com/office/officeart/2018/2/layout/IconCircleList"/>
    <dgm:cxn modelId="{980B317D-F2C9-4F66-839E-FB36074E7A6E}" type="presParOf" srcId="{05C46311-8FAA-47CA-A93A-0E8C4CF3C439}" destId="{1C6FD321-B3F9-459D-8B2E-F622101038CD}" srcOrd="1" destOrd="0" presId="urn:microsoft.com/office/officeart/2018/2/layout/IconCircleList"/>
    <dgm:cxn modelId="{677E5A79-70AD-424C-BFB3-855D00AAC6EB}" type="presParOf" srcId="{05C46311-8FAA-47CA-A93A-0E8C4CF3C439}" destId="{3097C6DD-2BDE-4A40-A7B6-723DC765D8F6}" srcOrd="2" destOrd="0" presId="urn:microsoft.com/office/officeart/2018/2/layout/IconCircleList"/>
    <dgm:cxn modelId="{8E0C3242-1A53-428E-A06B-BC8272A8D740}" type="presParOf" srcId="{05C46311-8FAA-47CA-A93A-0E8C4CF3C439}" destId="{5B7EE836-9373-4DAE-BD77-4A737956BCD5}" srcOrd="3" destOrd="0" presId="urn:microsoft.com/office/officeart/2018/2/layout/IconCircleList"/>
    <dgm:cxn modelId="{B089A928-7C58-42BD-9388-1C680A81DAAB}" type="presParOf" srcId="{9E489F5D-BDDE-4242-945A-DC953415DE1A}" destId="{54A5932D-CF53-49F4-8BD5-E897C81D5E75}" srcOrd="3" destOrd="0" presId="urn:microsoft.com/office/officeart/2018/2/layout/IconCircleList"/>
    <dgm:cxn modelId="{93EE6720-4CB2-493F-82E0-3838252456D9}" type="presParOf" srcId="{9E489F5D-BDDE-4242-945A-DC953415DE1A}" destId="{4A476A85-4DAC-4311-9F24-578FF2A55DAD}" srcOrd="4" destOrd="0" presId="urn:microsoft.com/office/officeart/2018/2/layout/IconCircleList"/>
    <dgm:cxn modelId="{D781E8AA-E5EC-4598-8072-BA3545129C9B}" type="presParOf" srcId="{4A476A85-4DAC-4311-9F24-578FF2A55DAD}" destId="{F6C8AA34-31B1-41AE-94F1-D05E5781F269}" srcOrd="0" destOrd="0" presId="urn:microsoft.com/office/officeart/2018/2/layout/IconCircleList"/>
    <dgm:cxn modelId="{0554E32B-DF3F-4E67-A523-2E0B49E26B2F}" type="presParOf" srcId="{4A476A85-4DAC-4311-9F24-578FF2A55DAD}" destId="{26BFD8E5-4B21-41A4-B7ED-ABB802C5FDD8}" srcOrd="1" destOrd="0" presId="urn:microsoft.com/office/officeart/2018/2/layout/IconCircleList"/>
    <dgm:cxn modelId="{814B965D-4125-4ADA-BF86-63CB1554118F}" type="presParOf" srcId="{4A476A85-4DAC-4311-9F24-578FF2A55DAD}" destId="{446E3A84-85A9-4AC3-958B-D18BE99A7F64}" srcOrd="2" destOrd="0" presId="urn:microsoft.com/office/officeart/2018/2/layout/IconCircleList"/>
    <dgm:cxn modelId="{66F42079-EB63-44D6-8B4F-5EC71D55D7DE}" type="presParOf" srcId="{4A476A85-4DAC-4311-9F24-578FF2A55DAD}" destId="{6C03D078-197D-43FA-82BD-6FF3231C2452}" srcOrd="3" destOrd="0" presId="urn:microsoft.com/office/officeart/2018/2/layout/IconCircleList"/>
    <dgm:cxn modelId="{29C2DF04-2161-48B6-9580-6EA406EE20D2}" type="presParOf" srcId="{9E489F5D-BDDE-4242-945A-DC953415DE1A}" destId="{157ED3D0-22B9-4FE6-AEB4-4930DEC6D176}" srcOrd="5" destOrd="0" presId="urn:microsoft.com/office/officeart/2018/2/layout/IconCircleList"/>
    <dgm:cxn modelId="{F4727B46-CECD-42D8-AA91-FA7BA44DFF72}" type="presParOf" srcId="{9E489F5D-BDDE-4242-945A-DC953415DE1A}" destId="{1CF20D80-0EAA-4BDA-B587-0C4F58177BD9}" srcOrd="6" destOrd="0" presId="urn:microsoft.com/office/officeart/2018/2/layout/IconCircleList"/>
    <dgm:cxn modelId="{05098315-FF3A-42A1-8EFD-E910B2DD70D3}" type="presParOf" srcId="{1CF20D80-0EAA-4BDA-B587-0C4F58177BD9}" destId="{26FDB91C-0384-4452-95CF-40B12BDE1CAA}" srcOrd="0" destOrd="0" presId="urn:microsoft.com/office/officeart/2018/2/layout/IconCircleList"/>
    <dgm:cxn modelId="{CD6BBE68-2193-4A1E-B121-A3CDD0F66FA0}" type="presParOf" srcId="{1CF20D80-0EAA-4BDA-B587-0C4F58177BD9}" destId="{8B9ECB0B-FDF6-45E7-9A05-91EE49894227}" srcOrd="1" destOrd="0" presId="urn:microsoft.com/office/officeart/2018/2/layout/IconCircleList"/>
    <dgm:cxn modelId="{94AD646D-E78D-4126-BEFA-18A026A57C6D}" type="presParOf" srcId="{1CF20D80-0EAA-4BDA-B587-0C4F58177BD9}" destId="{0AAA5F2D-C0F1-4170-86AA-58E921FEFE3F}" srcOrd="2" destOrd="0" presId="urn:microsoft.com/office/officeart/2018/2/layout/IconCircleList"/>
    <dgm:cxn modelId="{B65CF33A-327B-4062-8526-F1B57D16753E}" type="presParOf" srcId="{1CF20D80-0EAA-4BDA-B587-0C4F58177BD9}" destId="{3B67AD66-DB2E-4B82-A74B-D2841DD7043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0850D8-7E09-4358-B333-9807FB550C0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76302C-81FA-433E-A76F-1E36EFB5FE2C}">
      <dgm:prSet/>
      <dgm:spPr/>
      <dgm:t>
        <a:bodyPr/>
        <a:lstStyle/>
        <a:p>
          <a:r>
            <a:rPr lang="en-US"/>
            <a:t>Metric 1: Projected 20% reduction in month-to-month churn.</a:t>
          </a:r>
        </a:p>
      </dgm:t>
    </dgm:pt>
    <dgm:pt modelId="{73C4C38C-E42D-4F08-8719-A0925875AA54}" type="parTrans" cxnId="{370095F3-6C0A-4F87-ACC2-6375690B0C8C}">
      <dgm:prSet/>
      <dgm:spPr/>
      <dgm:t>
        <a:bodyPr/>
        <a:lstStyle/>
        <a:p>
          <a:endParaRPr lang="en-US"/>
        </a:p>
      </dgm:t>
    </dgm:pt>
    <dgm:pt modelId="{F69C078A-CEAB-4A65-B7DA-F6C1C31842EC}" type="sibTrans" cxnId="{370095F3-6C0A-4F87-ACC2-6375690B0C8C}">
      <dgm:prSet/>
      <dgm:spPr/>
      <dgm:t>
        <a:bodyPr/>
        <a:lstStyle/>
        <a:p>
          <a:endParaRPr lang="en-US"/>
        </a:p>
      </dgm:t>
    </dgm:pt>
    <dgm:pt modelId="{D4673873-A0F5-4D53-B3BD-6B2FA84724C2}">
      <dgm:prSet/>
      <dgm:spPr/>
      <dgm:t>
        <a:bodyPr/>
        <a:lstStyle/>
        <a:p>
          <a:r>
            <a:rPr lang="en-US"/>
            <a:t>Metric 2: Estimated 15% conversion of sub-only users to hardware ecosystem.</a:t>
          </a:r>
        </a:p>
      </dgm:t>
    </dgm:pt>
    <dgm:pt modelId="{1D738390-F00C-432C-8796-AFCF79D09BC7}" type="parTrans" cxnId="{3079A3AC-047A-48A0-A15B-B8474818A19A}">
      <dgm:prSet/>
      <dgm:spPr/>
      <dgm:t>
        <a:bodyPr/>
        <a:lstStyle/>
        <a:p>
          <a:endParaRPr lang="en-US"/>
        </a:p>
      </dgm:t>
    </dgm:pt>
    <dgm:pt modelId="{EAD5F214-2468-4668-AC68-D3AD2381765E}" type="sibTrans" cxnId="{3079A3AC-047A-48A0-A15B-B8474818A19A}">
      <dgm:prSet/>
      <dgm:spPr/>
      <dgm:t>
        <a:bodyPr/>
        <a:lstStyle/>
        <a:p>
          <a:endParaRPr lang="en-US"/>
        </a:p>
      </dgm:t>
    </dgm:pt>
    <dgm:pt modelId="{A2269FE9-825F-40AA-95A1-9661A8BFF220}">
      <dgm:prSet/>
      <dgm:spPr/>
      <dgm:t>
        <a:bodyPr/>
        <a:lstStyle/>
        <a:p>
          <a:r>
            <a:rPr lang="en-US"/>
            <a:t>Ultimate Impact: Stabilized Monthly Recurring Revenue (MRR) and increased CLTV.</a:t>
          </a:r>
        </a:p>
      </dgm:t>
    </dgm:pt>
    <dgm:pt modelId="{57A37869-588C-4179-8B72-CBA5D741F007}" type="parTrans" cxnId="{3AF625D1-0E30-4B5E-8992-616BDFAAC238}">
      <dgm:prSet/>
      <dgm:spPr/>
      <dgm:t>
        <a:bodyPr/>
        <a:lstStyle/>
        <a:p>
          <a:endParaRPr lang="en-US"/>
        </a:p>
      </dgm:t>
    </dgm:pt>
    <dgm:pt modelId="{3A14C802-D60C-451A-8E49-8AFAE0617B1F}" type="sibTrans" cxnId="{3AF625D1-0E30-4B5E-8992-616BDFAAC238}">
      <dgm:prSet/>
      <dgm:spPr/>
      <dgm:t>
        <a:bodyPr/>
        <a:lstStyle/>
        <a:p>
          <a:endParaRPr lang="en-US"/>
        </a:p>
      </dgm:t>
    </dgm:pt>
    <dgm:pt modelId="{816C5DC1-0A17-4498-AB1D-19E2DA4731F9}" type="pres">
      <dgm:prSet presAssocID="{070850D8-7E09-4358-B333-9807FB550C0B}" presName="root" presStyleCnt="0">
        <dgm:presLayoutVars>
          <dgm:dir/>
          <dgm:resizeHandles val="exact"/>
        </dgm:presLayoutVars>
      </dgm:prSet>
      <dgm:spPr/>
    </dgm:pt>
    <dgm:pt modelId="{5DF5C5FF-668A-42D9-96C9-6D40342C3AB5}" type="pres">
      <dgm:prSet presAssocID="{E376302C-81FA-433E-A76F-1E36EFB5FE2C}" presName="compNode" presStyleCnt="0"/>
      <dgm:spPr/>
    </dgm:pt>
    <dgm:pt modelId="{1E0939FF-17E7-4EB5-B04D-16F7D3F72553}" type="pres">
      <dgm:prSet presAssocID="{E376302C-81FA-433E-A76F-1E36EFB5FE2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FEB79A89-6EB0-415D-BD62-10070E1C70CD}" type="pres">
      <dgm:prSet presAssocID="{E376302C-81FA-433E-A76F-1E36EFB5FE2C}" presName="spaceRect" presStyleCnt="0"/>
      <dgm:spPr/>
    </dgm:pt>
    <dgm:pt modelId="{53C8B629-3D04-4318-8304-4F780CC50940}" type="pres">
      <dgm:prSet presAssocID="{E376302C-81FA-433E-A76F-1E36EFB5FE2C}" presName="textRect" presStyleLbl="revTx" presStyleIdx="0" presStyleCnt="3">
        <dgm:presLayoutVars>
          <dgm:chMax val="1"/>
          <dgm:chPref val="1"/>
        </dgm:presLayoutVars>
      </dgm:prSet>
      <dgm:spPr/>
    </dgm:pt>
    <dgm:pt modelId="{52CB402B-0B3D-4D4E-89A7-40CCFB5A1D16}" type="pres">
      <dgm:prSet presAssocID="{F69C078A-CEAB-4A65-B7DA-F6C1C31842EC}" presName="sibTrans" presStyleCnt="0"/>
      <dgm:spPr/>
    </dgm:pt>
    <dgm:pt modelId="{2662335C-F72E-4EB2-B6A9-DA6BA760B4D7}" type="pres">
      <dgm:prSet presAssocID="{D4673873-A0F5-4D53-B3BD-6B2FA84724C2}" presName="compNode" presStyleCnt="0"/>
      <dgm:spPr/>
    </dgm:pt>
    <dgm:pt modelId="{4C10C648-B49F-4824-9333-99AFC4909817}" type="pres">
      <dgm:prSet presAssocID="{D4673873-A0F5-4D53-B3BD-6B2FA84724C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879267B-0217-412F-8888-2D44CEEDC733}" type="pres">
      <dgm:prSet presAssocID="{D4673873-A0F5-4D53-B3BD-6B2FA84724C2}" presName="spaceRect" presStyleCnt="0"/>
      <dgm:spPr/>
    </dgm:pt>
    <dgm:pt modelId="{2F3C8E1A-9F32-449A-808A-10E78EB43212}" type="pres">
      <dgm:prSet presAssocID="{D4673873-A0F5-4D53-B3BD-6B2FA84724C2}" presName="textRect" presStyleLbl="revTx" presStyleIdx="1" presStyleCnt="3">
        <dgm:presLayoutVars>
          <dgm:chMax val="1"/>
          <dgm:chPref val="1"/>
        </dgm:presLayoutVars>
      </dgm:prSet>
      <dgm:spPr/>
    </dgm:pt>
    <dgm:pt modelId="{E8E54C16-20D9-44EE-B396-29ACDAC314FF}" type="pres">
      <dgm:prSet presAssocID="{EAD5F214-2468-4668-AC68-D3AD2381765E}" presName="sibTrans" presStyleCnt="0"/>
      <dgm:spPr/>
    </dgm:pt>
    <dgm:pt modelId="{25AC6B1C-D414-4D44-BA67-A4019AD9FA17}" type="pres">
      <dgm:prSet presAssocID="{A2269FE9-825F-40AA-95A1-9661A8BFF220}" presName="compNode" presStyleCnt="0"/>
      <dgm:spPr/>
    </dgm:pt>
    <dgm:pt modelId="{A915B6A4-F323-4BB0-813E-CA6BEB01CB4E}" type="pres">
      <dgm:prSet presAssocID="{A2269FE9-825F-40AA-95A1-9661A8BFF2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6AE708E2-3A20-47B0-A0AE-D74A4CCEBC9B}" type="pres">
      <dgm:prSet presAssocID="{A2269FE9-825F-40AA-95A1-9661A8BFF220}" presName="spaceRect" presStyleCnt="0"/>
      <dgm:spPr/>
    </dgm:pt>
    <dgm:pt modelId="{4E181080-3248-472E-9152-A967F9EF5866}" type="pres">
      <dgm:prSet presAssocID="{A2269FE9-825F-40AA-95A1-9661A8BFF2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39A531D-C6B8-403F-BC72-2096A1F79453}" type="presOf" srcId="{070850D8-7E09-4358-B333-9807FB550C0B}" destId="{816C5DC1-0A17-4498-AB1D-19E2DA4731F9}" srcOrd="0" destOrd="0" presId="urn:microsoft.com/office/officeart/2018/2/layout/IconLabelList"/>
    <dgm:cxn modelId="{54AFEC40-9A7B-40AB-913F-1BF484B40BFF}" type="presOf" srcId="{D4673873-A0F5-4D53-B3BD-6B2FA84724C2}" destId="{2F3C8E1A-9F32-449A-808A-10E78EB43212}" srcOrd="0" destOrd="0" presId="urn:microsoft.com/office/officeart/2018/2/layout/IconLabelList"/>
    <dgm:cxn modelId="{3079A3AC-047A-48A0-A15B-B8474818A19A}" srcId="{070850D8-7E09-4358-B333-9807FB550C0B}" destId="{D4673873-A0F5-4D53-B3BD-6B2FA84724C2}" srcOrd="1" destOrd="0" parTransId="{1D738390-F00C-432C-8796-AFCF79D09BC7}" sibTransId="{EAD5F214-2468-4668-AC68-D3AD2381765E}"/>
    <dgm:cxn modelId="{3F0A09D0-D4A7-4EC8-B1D4-2CF5CC0A9629}" type="presOf" srcId="{A2269FE9-825F-40AA-95A1-9661A8BFF220}" destId="{4E181080-3248-472E-9152-A967F9EF5866}" srcOrd="0" destOrd="0" presId="urn:microsoft.com/office/officeart/2018/2/layout/IconLabelList"/>
    <dgm:cxn modelId="{3AF625D1-0E30-4B5E-8992-616BDFAAC238}" srcId="{070850D8-7E09-4358-B333-9807FB550C0B}" destId="{A2269FE9-825F-40AA-95A1-9661A8BFF220}" srcOrd="2" destOrd="0" parTransId="{57A37869-588C-4179-8B72-CBA5D741F007}" sibTransId="{3A14C802-D60C-451A-8E49-8AFAE0617B1F}"/>
    <dgm:cxn modelId="{370095F3-6C0A-4F87-ACC2-6375690B0C8C}" srcId="{070850D8-7E09-4358-B333-9807FB550C0B}" destId="{E376302C-81FA-433E-A76F-1E36EFB5FE2C}" srcOrd="0" destOrd="0" parTransId="{73C4C38C-E42D-4F08-8719-A0925875AA54}" sibTransId="{F69C078A-CEAB-4A65-B7DA-F6C1C31842EC}"/>
    <dgm:cxn modelId="{F3C3A7F6-C908-45C8-8C89-6520E3437801}" type="presOf" srcId="{E376302C-81FA-433E-A76F-1E36EFB5FE2C}" destId="{53C8B629-3D04-4318-8304-4F780CC50940}" srcOrd="0" destOrd="0" presId="urn:microsoft.com/office/officeart/2018/2/layout/IconLabelList"/>
    <dgm:cxn modelId="{C7ECC2C8-02F3-4C6C-9F2E-32612CB2950D}" type="presParOf" srcId="{816C5DC1-0A17-4498-AB1D-19E2DA4731F9}" destId="{5DF5C5FF-668A-42D9-96C9-6D40342C3AB5}" srcOrd="0" destOrd="0" presId="urn:microsoft.com/office/officeart/2018/2/layout/IconLabelList"/>
    <dgm:cxn modelId="{16837514-5664-477F-BCC4-B473B6C73AC9}" type="presParOf" srcId="{5DF5C5FF-668A-42D9-96C9-6D40342C3AB5}" destId="{1E0939FF-17E7-4EB5-B04D-16F7D3F72553}" srcOrd="0" destOrd="0" presId="urn:microsoft.com/office/officeart/2018/2/layout/IconLabelList"/>
    <dgm:cxn modelId="{523D1151-3832-48F4-A01A-9CE4FFEDC7E8}" type="presParOf" srcId="{5DF5C5FF-668A-42D9-96C9-6D40342C3AB5}" destId="{FEB79A89-6EB0-415D-BD62-10070E1C70CD}" srcOrd="1" destOrd="0" presId="urn:microsoft.com/office/officeart/2018/2/layout/IconLabelList"/>
    <dgm:cxn modelId="{EDFD18FD-3868-4E04-A455-883575B45485}" type="presParOf" srcId="{5DF5C5FF-668A-42D9-96C9-6D40342C3AB5}" destId="{53C8B629-3D04-4318-8304-4F780CC50940}" srcOrd="2" destOrd="0" presId="urn:microsoft.com/office/officeart/2018/2/layout/IconLabelList"/>
    <dgm:cxn modelId="{23BFC6BD-3372-43DB-A247-A8E7482067B1}" type="presParOf" srcId="{816C5DC1-0A17-4498-AB1D-19E2DA4731F9}" destId="{52CB402B-0B3D-4D4E-89A7-40CCFB5A1D16}" srcOrd="1" destOrd="0" presId="urn:microsoft.com/office/officeart/2018/2/layout/IconLabelList"/>
    <dgm:cxn modelId="{BCA115B4-3B09-4E2E-940D-F27007267FDD}" type="presParOf" srcId="{816C5DC1-0A17-4498-AB1D-19E2DA4731F9}" destId="{2662335C-F72E-4EB2-B6A9-DA6BA760B4D7}" srcOrd="2" destOrd="0" presId="urn:microsoft.com/office/officeart/2018/2/layout/IconLabelList"/>
    <dgm:cxn modelId="{9F0EC0D4-BD1D-4FE6-BE07-EBF074854D59}" type="presParOf" srcId="{2662335C-F72E-4EB2-B6A9-DA6BA760B4D7}" destId="{4C10C648-B49F-4824-9333-99AFC4909817}" srcOrd="0" destOrd="0" presId="urn:microsoft.com/office/officeart/2018/2/layout/IconLabelList"/>
    <dgm:cxn modelId="{725ABC58-601A-4418-BA4A-3CB50DF0D69A}" type="presParOf" srcId="{2662335C-F72E-4EB2-B6A9-DA6BA760B4D7}" destId="{6879267B-0217-412F-8888-2D44CEEDC733}" srcOrd="1" destOrd="0" presId="urn:microsoft.com/office/officeart/2018/2/layout/IconLabelList"/>
    <dgm:cxn modelId="{871E4394-9A3C-4271-8E19-D313DD9273CC}" type="presParOf" srcId="{2662335C-F72E-4EB2-B6A9-DA6BA760B4D7}" destId="{2F3C8E1A-9F32-449A-808A-10E78EB43212}" srcOrd="2" destOrd="0" presId="urn:microsoft.com/office/officeart/2018/2/layout/IconLabelList"/>
    <dgm:cxn modelId="{7A14D57B-0574-4BF3-85E8-7C1B2BB5BAE2}" type="presParOf" srcId="{816C5DC1-0A17-4498-AB1D-19E2DA4731F9}" destId="{E8E54C16-20D9-44EE-B396-29ACDAC314FF}" srcOrd="3" destOrd="0" presId="urn:microsoft.com/office/officeart/2018/2/layout/IconLabelList"/>
    <dgm:cxn modelId="{9D5885E2-F318-4311-8E63-771804BD3858}" type="presParOf" srcId="{816C5DC1-0A17-4498-AB1D-19E2DA4731F9}" destId="{25AC6B1C-D414-4D44-BA67-A4019AD9FA17}" srcOrd="4" destOrd="0" presId="urn:microsoft.com/office/officeart/2018/2/layout/IconLabelList"/>
    <dgm:cxn modelId="{75DE6058-18CA-43DC-8E06-48B48E1BFC29}" type="presParOf" srcId="{25AC6B1C-D414-4D44-BA67-A4019AD9FA17}" destId="{A915B6A4-F323-4BB0-813E-CA6BEB01CB4E}" srcOrd="0" destOrd="0" presId="urn:microsoft.com/office/officeart/2018/2/layout/IconLabelList"/>
    <dgm:cxn modelId="{57C43E21-0AE8-4579-A72D-BAF7D7A4F954}" type="presParOf" srcId="{25AC6B1C-D414-4D44-BA67-A4019AD9FA17}" destId="{6AE708E2-3A20-47B0-A0AE-D74A4CCEBC9B}" srcOrd="1" destOrd="0" presId="urn:microsoft.com/office/officeart/2018/2/layout/IconLabelList"/>
    <dgm:cxn modelId="{88EE9CC1-A69C-446A-9776-30BA5E939CF1}" type="presParOf" srcId="{25AC6B1C-D414-4D44-BA67-A4019AD9FA17}" destId="{4E181080-3248-472E-9152-A967F9EF58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3E82E-5916-423D-9989-4084DB99DFE0}">
      <dsp:nvSpPr>
        <dsp:cNvPr id="0" name=""/>
        <dsp:cNvSpPr/>
      </dsp:nvSpPr>
      <dsp:spPr>
        <a:xfrm>
          <a:off x="64357" y="5197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04D4F-92D1-4087-BC5B-BCD0945CAC5A}">
      <dsp:nvSpPr>
        <dsp:cNvPr id="0" name=""/>
        <dsp:cNvSpPr/>
      </dsp:nvSpPr>
      <dsp:spPr>
        <a:xfrm>
          <a:off x="270507" y="7258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64791-9749-4858-B9B5-AFA37FD1BE81}">
      <dsp:nvSpPr>
        <dsp:cNvPr id="0" name=""/>
        <dsp:cNvSpPr/>
      </dsp:nvSpPr>
      <dsp:spPr>
        <a:xfrm>
          <a:off x="1256380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Goal: Reduce Customer Churn &amp; Maximize Lifetime Value (CLTV).</a:t>
          </a:r>
        </a:p>
      </dsp:txBody>
      <dsp:txXfrm>
        <a:off x="1256380" y="519739"/>
        <a:ext cx="2313927" cy="981666"/>
      </dsp:txXfrm>
    </dsp:sp>
    <dsp:sp modelId="{7E7C6702-17D0-473D-9C64-09893182A70F}">
      <dsp:nvSpPr>
        <dsp:cNvPr id="0" name=""/>
        <dsp:cNvSpPr/>
      </dsp:nvSpPr>
      <dsp:spPr>
        <a:xfrm>
          <a:off x="3973492" y="5197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7AE33-558C-46ED-A7FF-05E673833269}">
      <dsp:nvSpPr>
        <dsp:cNvPr id="0" name=""/>
        <dsp:cNvSpPr/>
      </dsp:nvSpPr>
      <dsp:spPr>
        <a:xfrm>
          <a:off x="4179641" y="7258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51E89-E3F8-4F6E-AEDD-626639039DBD}">
      <dsp:nvSpPr>
        <dsp:cNvPr id="0" name=""/>
        <dsp:cNvSpPr/>
      </dsp:nvSpPr>
      <dsp:spPr>
        <a:xfrm>
          <a:off x="5165515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Method: Merging Sales &amp; CRM Data for End-to-End Analysis.</a:t>
          </a:r>
        </a:p>
      </dsp:txBody>
      <dsp:txXfrm>
        <a:off x="5165515" y="519739"/>
        <a:ext cx="2313927" cy="981666"/>
      </dsp:txXfrm>
    </dsp:sp>
    <dsp:sp modelId="{4850B4CD-09BA-408B-89C3-79FBEA5DFD9E}">
      <dsp:nvSpPr>
        <dsp:cNvPr id="0" name=""/>
        <dsp:cNvSpPr/>
      </dsp:nvSpPr>
      <dsp:spPr>
        <a:xfrm>
          <a:off x="64357" y="21164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33BD5-93C7-4A51-82A3-49173CF87334}">
      <dsp:nvSpPr>
        <dsp:cNvPr id="0" name=""/>
        <dsp:cNvSpPr/>
      </dsp:nvSpPr>
      <dsp:spPr>
        <a:xfrm>
          <a:off x="270507" y="23225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81560-C3E5-47C6-999F-D3A73AAABE48}">
      <dsp:nvSpPr>
        <dsp:cNvPr id="0" name=""/>
        <dsp:cNvSpPr/>
      </dsp:nvSpPr>
      <dsp:spPr>
        <a:xfrm>
          <a:off x="1256380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Insight: Hardware purchases significantly reduce subscription churn.</a:t>
          </a:r>
        </a:p>
      </dsp:txBody>
      <dsp:txXfrm>
        <a:off x="1256380" y="2116439"/>
        <a:ext cx="2313927" cy="981666"/>
      </dsp:txXfrm>
    </dsp:sp>
    <dsp:sp modelId="{127BDC0F-1A9F-4ADA-B1A6-1EC5EA15637F}">
      <dsp:nvSpPr>
        <dsp:cNvPr id="0" name=""/>
        <dsp:cNvSpPr/>
      </dsp:nvSpPr>
      <dsp:spPr>
        <a:xfrm>
          <a:off x="3973492" y="21164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E28B3-31C4-43CD-9BEE-6A9696DEDBB0}">
      <dsp:nvSpPr>
        <dsp:cNvPr id="0" name=""/>
        <dsp:cNvSpPr/>
      </dsp:nvSpPr>
      <dsp:spPr>
        <a:xfrm>
          <a:off x="4179641" y="23225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2F862-CF15-4CFD-9061-7B2E321F7396}">
      <dsp:nvSpPr>
        <dsp:cNvPr id="0" name=""/>
        <dsp:cNvSpPr/>
      </dsp:nvSpPr>
      <dsp:spPr>
        <a:xfrm>
          <a:off x="5165515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Outcome: A 3-phase strategic plan to stabilize revenue.</a:t>
          </a:r>
        </a:p>
      </dsp:txBody>
      <dsp:txXfrm>
        <a:off x="5165515" y="2116439"/>
        <a:ext cx="2313927" cy="981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C20D33-3330-4F01-99EE-409AD12A4CAF}">
      <dsp:nvSpPr>
        <dsp:cNvPr id="0" name=""/>
        <dsp:cNvSpPr/>
      </dsp:nvSpPr>
      <dsp:spPr>
        <a:xfrm>
          <a:off x="776028" y="4039"/>
          <a:ext cx="793233" cy="7932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80F29-C517-4FE6-A96F-1DB66CEFB229}">
      <dsp:nvSpPr>
        <dsp:cNvPr id="0" name=""/>
        <dsp:cNvSpPr/>
      </dsp:nvSpPr>
      <dsp:spPr>
        <a:xfrm>
          <a:off x="942607" y="170618"/>
          <a:ext cx="460075" cy="4600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9F948-832D-4711-8542-AF136EB66E9B}">
      <dsp:nvSpPr>
        <dsp:cNvPr id="0" name=""/>
        <dsp:cNvSpPr/>
      </dsp:nvSpPr>
      <dsp:spPr>
        <a:xfrm>
          <a:off x="1739240" y="4039"/>
          <a:ext cx="1869763" cy="79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Silos Destroy Insights</a:t>
          </a:r>
        </a:p>
      </dsp:txBody>
      <dsp:txXfrm>
        <a:off x="1739240" y="4039"/>
        <a:ext cx="1869763" cy="793233"/>
      </dsp:txXfrm>
    </dsp:sp>
    <dsp:sp modelId="{42B6589C-7C68-4770-A65A-CDF9FBDA86EB}">
      <dsp:nvSpPr>
        <dsp:cNvPr id="0" name=""/>
        <dsp:cNvSpPr/>
      </dsp:nvSpPr>
      <dsp:spPr>
        <a:xfrm>
          <a:off x="3934796" y="4039"/>
          <a:ext cx="793233" cy="7932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8D1EB-BD56-42BE-B5F5-EFFC90433B40}">
      <dsp:nvSpPr>
        <dsp:cNvPr id="0" name=""/>
        <dsp:cNvSpPr/>
      </dsp:nvSpPr>
      <dsp:spPr>
        <a:xfrm>
          <a:off x="4101374" y="170618"/>
          <a:ext cx="460075" cy="4600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3D7D4-5B46-4147-ACBD-B6CF2D8D53FA}">
      <dsp:nvSpPr>
        <dsp:cNvPr id="0" name=""/>
        <dsp:cNvSpPr/>
      </dsp:nvSpPr>
      <dsp:spPr>
        <a:xfrm>
          <a:off x="4898007" y="4039"/>
          <a:ext cx="1869763" cy="79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CRM Database tracks who leaves.</a:t>
          </a:r>
        </a:p>
      </dsp:txBody>
      <dsp:txXfrm>
        <a:off x="4898007" y="4039"/>
        <a:ext cx="1869763" cy="793233"/>
      </dsp:txXfrm>
    </dsp:sp>
    <dsp:sp modelId="{DCC8601D-CCD7-4D51-A09C-C66992748DF6}">
      <dsp:nvSpPr>
        <dsp:cNvPr id="0" name=""/>
        <dsp:cNvSpPr/>
      </dsp:nvSpPr>
      <dsp:spPr>
        <a:xfrm>
          <a:off x="776028" y="1412305"/>
          <a:ext cx="793233" cy="7932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9FD16-2D93-4691-B708-D0999A9D1210}">
      <dsp:nvSpPr>
        <dsp:cNvPr id="0" name=""/>
        <dsp:cNvSpPr/>
      </dsp:nvSpPr>
      <dsp:spPr>
        <a:xfrm>
          <a:off x="942607" y="1578884"/>
          <a:ext cx="460075" cy="4600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C9C36-15D6-4499-B44E-160807DCB988}">
      <dsp:nvSpPr>
        <dsp:cNvPr id="0" name=""/>
        <dsp:cNvSpPr/>
      </dsp:nvSpPr>
      <dsp:spPr>
        <a:xfrm>
          <a:off x="1739240" y="1412305"/>
          <a:ext cx="1869763" cy="79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 Database tracks who buys.</a:t>
          </a:r>
        </a:p>
      </dsp:txBody>
      <dsp:txXfrm>
        <a:off x="1739240" y="1412305"/>
        <a:ext cx="1869763" cy="793233"/>
      </dsp:txXfrm>
    </dsp:sp>
    <dsp:sp modelId="{524304D4-F04E-4964-A51C-346F2B2903BF}">
      <dsp:nvSpPr>
        <dsp:cNvPr id="0" name=""/>
        <dsp:cNvSpPr/>
      </dsp:nvSpPr>
      <dsp:spPr>
        <a:xfrm>
          <a:off x="3934796" y="1412305"/>
          <a:ext cx="793233" cy="7932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A3BE2-0BD7-4120-BF49-4FE78AE60D84}">
      <dsp:nvSpPr>
        <dsp:cNvPr id="0" name=""/>
        <dsp:cNvSpPr/>
      </dsp:nvSpPr>
      <dsp:spPr>
        <a:xfrm>
          <a:off x="4101374" y="1578884"/>
          <a:ext cx="460075" cy="4600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D39E9-982B-4A81-BF37-733AE44D7D50}">
      <dsp:nvSpPr>
        <dsp:cNvPr id="0" name=""/>
        <dsp:cNvSpPr/>
      </dsp:nvSpPr>
      <dsp:spPr>
        <a:xfrm>
          <a:off x="4898007" y="1412305"/>
          <a:ext cx="1869763" cy="79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Problem: We couldn't see the whole customer journey.</a:t>
          </a:r>
        </a:p>
      </dsp:txBody>
      <dsp:txXfrm>
        <a:off x="4898007" y="1412305"/>
        <a:ext cx="1869763" cy="793233"/>
      </dsp:txXfrm>
    </dsp:sp>
    <dsp:sp modelId="{49E80266-5D09-4ABA-9419-9DA1601AFD0C}">
      <dsp:nvSpPr>
        <dsp:cNvPr id="0" name=""/>
        <dsp:cNvSpPr/>
      </dsp:nvSpPr>
      <dsp:spPr>
        <a:xfrm>
          <a:off x="776028" y="2820572"/>
          <a:ext cx="793233" cy="7932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9718D-1966-495B-8C7A-5462E0FB450C}">
      <dsp:nvSpPr>
        <dsp:cNvPr id="0" name=""/>
        <dsp:cNvSpPr/>
      </dsp:nvSpPr>
      <dsp:spPr>
        <a:xfrm>
          <a:off x="942607" y="2987151"/>
          <a:ext cx="460075" cy="4600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2F38D-11C6-44F9-A473-378EDD7E4AC6}">
      <dsp:nvSpPr>
        <dsp:cNvPr id="0" name=""/>
        <dsp:cNvSpPr/>
      </dsp:nvSpPr>
      <dsp:spPr>
        <a:xfrm>
          <a:off x="1739240" y="2820572"/>
          <a:ext cx="1869763" cy="79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Solution: A unified Relational Data Architecture.</a:t>
          </a:r>
        </a:p>
      </dsp:txBody>
      <dsp:txXfrm>
        <a:off x="1739240" y="2820572"/>
        <a:ext cx="1869763" cy="793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ED599-173A-4075-8797-5B1E7030FBB4}">
      <dsp:nvSpPr>
        <dsp:cNvPr id="0" name=""/>
        <dsp:cNvSpPr/>
      </dsp:nvSpPr>
      <dsp:spPr>
        <a:xfrm>
          <a:off x="942975" y="742981"/>
          <a:ext cx="754380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58211-ECD5-49C2-AE32-EBEAB03BF1FC}">
      <dsp:nvSpPr>
        <dsp:cNvPr id="0" name=""/>
        <dsp:cNvSpPr/>
      </dsp:nvSpPr>
      <dsp:spPr>
        <a:xfrm>
          <a:off x="1742617" y="679649"/>
          <a:ext cx="86753" cy="162811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79506"/>
            <a:satOff val="-470"/>
            <a:lumOff val="16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79506"/>
              <a:satOff val="-470"/>
              <a:lumOff val="1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562F8-25FF-4F55-AE4A-B40F911E6287}">
      <dsp:nvSpPr>
        <dsp:cNvPr id="0" name=""/>
        <dsp:cNvSpPr/>
      </dsp:nvSpPr>
      <dsp:spPr>
        <a:xfrm>
          <a:off x="478781" y="373121"/>
          <a:ext cx="739792" cy="7397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8" tIns="28708" rIns="28708" bIns="287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</a:t>
          </a:r>
        </a:p>
      </dsp:txBody>
      <dsp:txXfrm>
        <a:off x="587121" y="481461"/>
        <a:ext cx="523112" cy="523112"/>
      </dsp:txXfrm>
    </dsp:sp>
    <dsp:sp modelId="{39798546-F069-4983-BA51-64AB7D601580}">
      <dsp:nvSpPr>
        <dsp:cNvPr id="0" name=""/>
        <dsp:cNvSpPr/>
      </dsp:nvSpPr>
      <dsp:spPr>
        <a:xfrm>
          <a:off x="0" y="1278377"/>
          <a:ext cx="169735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359012"/>
            <a:satOff val="-941"/>
            <a:lumOff val="33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59012"/>
              <a:satOff val="-941"/>
              <a:lumOff val="3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89" tIns="165100" rIns="13388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Merge 500+ customer records seamlessly.</a:t>
          </a:r>
        </a:p>
      </dsp:txBody>
      <dsp:txXfrm>
        <a:off x="0" y="1617848"/>
        <a:ext cx="1697355" cy="1626129"/>
      </dsp:txXfrm>
    </dsp:sp>
    <dsp:sp modelId="{A8B751C2-4EC0-40B2-A494-B2F9181F5610}">
      <dsp:nvSpPr>
        <dsp:cNvPr id="0" name=""/>
        <dsp:cNvSpPr/>
      </dsp:nvSpPr>
      <dsp:spPr>
        <a:xfrm>
          <a:off x="1885950" y="743286"/>
          <a:ext cx="1697355" cy="72"/>
        </a:xfrm>
        <a:prstGeom prst="rect">
          <a:avLst/>
        </a:prstGeom>
        <a:solidFill>
          <a:schemeClr val="accent2">
            <a:tint val="40000"/>
            <a:alpha val="90000"/>
            <a:hueOff val="538517"/>
            <a:satOff val="-1411"/>
            <a:lumOff val="50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38517"/>
              <a:satOff val="-1411"/>
              <a:lumOff val="5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0262F-9C67-4FB5-BDF7-4FC4B73EAF6D}">
      <dsp:nvSpPr>
        <dsp:cNvPr id="0" name=""/>
        <dsp:cNvSpPr/>
      </dsp:nvSpPr>
      <dsp:spPr>
        <a:xfrm>
          <a:off x="3628567" y="679902"/>
          <a:ext cx="86753" cy="16308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718023"/>
            <a:satOff val="-1881"/>
            <a:lumOff val="67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18023"/>
              <a:satOff val="-1881"/>
              <a:lumOff val="6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CC95A4-6BF1-4D59-8999-78D770387FE5}">
      <dsp:nvSpPr>
        <dsp:cNvPr id="0" name=""/>
        <dsp:cNvSpPr/>
      </dsp:nvSpPr>
      <dsp:spPr>
        <a:xfrm>
          <a:off x="2364731" y="373426"/>
          <a:ext cx="739792" cy="739792"/>
        </a:xfrm>
        <a:prstGeom prst="ellipse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accent2">
              <a:hueOff val="635930"/>
              <a:satOff val="-14509"/>
              <a:lumOff val="53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8" tIns="28708" rIns="28708" bIns="287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2</a:t>
          </a:r>
        </a:p>
      </dsp:txBody>
      <dsp:txXfrm>
        <a:off x="2473071" y="481766"/>
        <a:ext cx="523112" cy="523112"/>
      </dsp:txXfrm>
    </dsp:sp>
    <dsp:sp modelId="{D7613AF2-5E97-46C2-B752-30CFCFA8060D}">
      <dsp:nvSpPr>
        <dsp:cNvPr id="0" name=""/>
        <dsp:cNvSpPr/>
      </dsp:nvSpPr>
      <dsp:spPr>
        <a:xfrm>
          <a:off x="1885950" y="1279123"/>
          <a:ext cx="169735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897529"/>
            <a:satOff val="-2351"/>
            <a:lumOff val="84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897529"/>
              <a:satOff val="-2351"/>
              <a:lumOff val="8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89" tIns="165100" rIns="13388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Perform Exploratory Data Analysis (EDA).</a:t>
          </a:r>
        </a:p>
      </dsp:txBody>
      <dsp:txXfrm>
        <a:off x="1885950" y="1618594"/>
        <a:ext cx="1697355" cy="1626129"/>
      </dsp:txXfrm>
    </dsp:sp>
    <dsp:sp modelId="{7D2DB25F-EE78-4A8D-8B7F-0AEC21973C14}">
      <dsp:nvSpPr>
        <dsp:cNvPr id="0" name=""/>
        <dsp:cNvSpPr/>
      </dsp:nvSpPr>
      <dsp:spPr>
        <a:xfrm>
          <a:off x="3771900" y="743286"/>
          <a:ext cx="1697355" cy="72"/>
        </a:xfrm>
        <a:prstGeom prst="rect">
          <a:avLst/>
        </a:prstGeom>
        <a:solidFill>
          <a:schemeClr val="accent2">
            <a:tint val="40000"/>
            <a:alpha val="90000"/>
            <a:hueOff val="1077035"/>
            <a:satOff val="-2822"/>
            <a:lumOff val="101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77035"/>
              <a:satOff val="-2822"/>
              <a:lumOff val="10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70CB1-5821-4A9C-99B8-772EE9D40AC6}">
      <dsp:nvSpPr>
        <dsp:cNvPr id="0" name=""/>
        <dsp:cNvSpPr/>
      </dsp:nvSpPr>
      <dsp:spPr>
        <a:xfrm>
          <a:off x="5514517" y="679902"/>
          <a:ext cx="86753" cy="163080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1256541"/>
            <a:satOff val="-3292"/>
            <a:lumOff val="117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256541"/>
              <a:satOff val="-3292"/>
              <a:lumOff val="11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7F511-6CED-4173-ABE2-C02027B7117C}">
      <dsp:nvSpPr>
        <dsp:cNvPr id="0" name=""/>
        <dsp:cNvSpPr/>
      </dsp:nvSpPr>
      <dsp:spPr>
        <a:xfrm>
          <a:off x="4250681" y="373426"/>
          <a:ext cx="739792" cy="739792"/>
        </a:xfrm>
        <a:prstGeom prst="ellipse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accent2">
              <a:hueOff val="1271860"/>
              <a:satOff val="-29019"/>
              <a:lumOff val="10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8" tIns="28708" rIns="28708" bIns="287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3</a:t>
          </a:r>
        </a:p>
      </dsp:txBody>
      <dsp:txXfrm>
        <a:off x="4359021" y="481766"/>
        <a:ext cx="523112" cy="523112"/>
      </dsp:txXfrm>
    </dsp:sp>
    <dsp:sp modelId="{B58E3E09-67AB-46EC-A591-7D18BFF2E85D}">
      <dsp:nvSpPr>
        <dsp:cNvPr id="0" name=""/>
        <dsp:cNvSpPr/>
      </dsp:nvSpPr>
      <dsp:spPr>
        <a:xfrm>
          <a:off x="3771900" y="1279123"/>
          <a:ext cx="169735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436047"/>
            <a:satOff val="-3762"/>
            <a:lumOff val="134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36047"/>
              <a:satOff val="-3762"/>
              <a:lumOff val="13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89" tIns="165100" rIns="13388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Apply inferential statistics to test hypotheses.</a:t>
          </a:r>
        </a:p>
      </dsp:txBody>
      <dsp:txXfrm>
        <a:off x="3771900" y="1618594"/>
        <a:ext cx="1697355" cy="1626129"/>
      </dsp:txXfrm>
    </dsp:sp>
    <dsp:sp modelId="{0E9CAC00-F544-4922-ADD9-43608A1F583A}">
      <dsp:nvSpPr>
        <dsp:cNvPr id="0" name=""/>
        <dsp:cNvSpPr/>
      </dsp:nvSpPr>
      <dsp:spPr>
        <a:xfrm>
          <a:off x="5657850" y="743286"/>
          <a:ext cx="848677" cy="72"/>
        </a:xfrm>
        <a:prstGeom prst="rect">
          <a:avLst/>
        </a:prstGeom>
        <a:solidFill>
          <a:schemeClr val="accent2">
            <a:tint val="40000"/>
            <a:alpha val="90000"/>
            <a:hueOff val="1615552"/>
            <a:satOff val="-4232"/>
            <a:lumOff val="15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15552"/>
              <a:satOff val="-4232"/>
              <a:lumOff val="15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84D10-E189-43EF-B18F-26318433D479}">
      <dsp:nvSpPr>
        <dsp:cNvPr id="0" name=""/>
        <dsp:cNvSpPr/>
      </dsp:nvSpPr>
      <dsp:spPr>
        <a:xfrm>
          <a:off x="6136631" y="373426"/>
          <a:ext cx="739792" cy="739792"/>
        </a:xfrm>
        <a:prstGeom prst="ellipse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accent2">
              <a:hueOff val="1907789"/>
              <a:satOff val="-43528"/>
              <a:lumOff val="16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8" tIns="28708" rIns="28708" bIns="287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4</a:t>
          </a:r>
        </a:p>
      </dsp:txBody>
      <dsp:txXfrm>
        <a:off x="6244971" y="481766"/>
        <a:ext cx="523112" cy="523112"/>
      </dsp:txXfrm>
    </dsp:sp>
    <dsp:sp modelId="{E018C1F1-ABA5-49A0-BF4A-EFA76A76B3C1}">
      <dsp:nvSpPr>
        <dsp:cNvPr id="0" name=""/>
        <dsp:cNvSpPr/>
      </dsp:nvSpPr>
      <dsp:spPr>
        <a:xfrm>
          <a:off x="5657850" y="1279123"/>
          <a:ext cx="169735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889" tIns="165100" rIns="13388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Deliver actionable business recommendations to reduce churn by 20%.</a:t>
          </a:r>
        </a:p>
      </dsp:txBody>
      <dsp:txXfrm>
        <a:off x="5657850" y="1618594"/>
        <a:ext cx="1697355" cy="16261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7B4F9-53DC-4B0A-B715-62B344B83852}">
      <dsp:nvSpPr>
        <dsp:cNvPr id="0" name=""/>
        <dsp:cNvSpPr/>
      </dsp:nvSpPr>
      <dsp:spPr>
        <a:xfrm>
          <a:off x="0" y="0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Challenge: Mismatched Primary Keys (C00001 vs CUST001).</a:t>
          </a:r>
        </a:p>
      </dsp:txBody>
      <dsp:txXfrm>
        <a:off x="23312" y="23312"/>
        <a:ext cx="5108917" cy="749301"/>
      </dsp:txXfrm>
    </dsp:sp>
    <dsp:sp modelId="{2D230E02-054A-40D6-9EBD-531F7E69A7BE}">
      <dsp:nvSpPr>
        <dsp:cNvPr id="0" name=""/>
        <dsp:cNvSpPr/>
      </dsp:nvSpPr>
      <dsp:spPr>
        <a:xfrm>
          <a:off x="505434" y="94063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Action: Python string manipulation to extract integer keys.</a:t>
          </a:r>
        </a:p>
      </dsp:txBody>
      <dsp:txXfrm>
        <a:off x="528746" y="963951"/>
        <a:ext cx="4965629" cy="749301"/>
      </dsp:txXfrm>
    </dsp:sp>
    <dsp:sp modelId="{88B4B5E4-C2B3-4E60-8D6A-1611962329E9}">
      <dsp:nvSpPr>
        <dsp:cNvPr id="0" name=""/>
        <dsp:cNvSpPr/>
      </dsp:nvSpPr>
      <dsp:spPr>
        <a:xfrm>
          <a:off x="1003325" y="188127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Action: LEFT JOIN executed to maintain the 500-row capstone requirement.</a:t>
          </a:r>
        </a:p>
      </dsp:txBody>
      <dsp:txXfrm>
        <a:off x="1026637" y="1904591"/>
        <a:ext cx="4973173" cy="749301"/>
      </dsp:txXfrm>
    </dsp:sp>
    <dsp:sp modelId="{B4F10BAD-2BC2-4728-8D61-7072DFC86D50}">
      <dsp:nvSpPr>
        <dsp:cNvPr id="0" name=""/>
        <dsp:cNvSpPr/>
      </dsp:nvSpPr>
      <dsp:spPr>
        <a:xfrm>
          <a:off x="1508759" y="2821919"/>
          <a:ext cx="6035040" cy="795925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Action: Imputation of missing values for subscription-only users.</a:t>
          </a:r>
        </a:p>
      </dsp:txBody>
      <dsp:txXfrm>
        <a:off x="1532071" y="2845231"/>
        <a:ext cx="4965629" cy="749301"/>
      </dsp:txXfrm>
    </dsp:sp>
    <dsp:sp modelId="{3192C94D-F281-467D-990F-89184C1FB168}">
      <dsp:nvSpPr>
        <dsp:cNvPr id="0" name=""/>
        <dsp:cNvSpPr/>
      </dsp:nvSpPr>
      <dsp:spPr>
        <a:xfrm>
          <a:off x="5517688" y="60960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34092" y="609606"/>
        <a:ext cx="284543" cy="389307"/>
      </dsp:txXfrm>
    </dsp:sp>
    <dsp:sp modelId="{C1E9EEC8-1169-45C3-BE3C-CE5357C110B2}">
      <dsp:nvSpPr>
        <dsp:cNvPr id="0" name=""/>
        <dsp:cNvSpPr/>
      </dsp:nvSpPr>
      <dsp:spPr>
        <a:xfrm>
          <a:off x="6023122" y="155024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39526" y="1550246"/>
        <a:ext cx="284543" cy="389307"/>
      </dsp:txXfrm>
    </dsp:sp>
    <dsp:sp modelId="{C2BFDD55-3CFE-45FD-966B-5AB55CE5598F}">
      <dsp:nvSpPr>
        <dsp:cNvPr id="0" name=""/>
        <dsp:cNvSpPr/>
      </dsp:nvSpPr>
      <dsp:spPr>
        <a:xfrm>
          <a:off x="6521013" y="249088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37417" y="2490886"/>
        <a:ext cx="284543" cy="3893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22BE4-7E50-4670-958C-576460D14D24}">
      <dsp:nvSpPr>
        <dsp:cNvPr id="0" name=""/>
        <dsp:cNvSpPr/>
      </dsp:nvSpPr>
      <dsp:spPr>
        <a:xfrm>
          <a:off x="74931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D2EFC-1918-40CF-9E6F-45F4A7E77400}">
      <dsp:nvSpPr>
        <dsp:cNvPr id="0" name=""/>
        <dsp:cNvSpPr/>
      </dsp:nvSpPr>
      <dsp:spPr>
        <a:xfrm>
          <a:off x="155595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Moved beyond observational charts to rigorous math.</a:t>
          </a:r>
        </a:p>
      </dsp:txBody>
      <dsp:txXfrm>
        <a:off x="155595" y="2084036"/>
        <a:ext cx="2158987" cy="720000"/>
      </dsp:txXfrm>
    </dsp:sp>
    <dsp:sp modelId="{EEB021AF-125E-4C05-A79B-5C8EA9348BEE}">
      <dsp:nvSpPr>
        <dsp:cNvPr id="0" name=""/>
        <dsp:cNvSpPr/>
      </dsp:nvSpPr>
      <dsp:spPr>
        <a:xfrm>
          <a:off x="328612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FDDD5-E338-41CD-89F7-B8C47BF06F7C}">
      <dsp:nvSpPr>
        <dsp:cNvPr id="0" name=""/>
        <dsp:cNvSpPr/>
      </dsp:nvSpPr>
      <dsp:spPr>
        <a:xfrm>
          <a:off x="269240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Utilized Scipy.stats for Independent Samples T-Tests.</a:t>
          </a:r>
        </a:p>
      </dsp:txBody>
      <dsp:txXfrm>
        <a:off x="2692406" y="2084036"/>
        <a:ext cx="2158987" cy="720000"/>
      </dsp:txXfrm>
    </dsp:sp>
    <dsp:sp modelId="{860804C0-3F3C-4FEC-A9FA-A096F1BBC29C}">
      <dsp:nvSpPr>
        <dsp:cNvPr id="0" name=""/>
        <dsp:cNvSpPr/>
      </dsp:nvSpPr>
      <dsp:spPr>
        <a:xfrm>
          <a:off x="5822938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0ECE3-0E53-4177-94FB-A28C38F56F75}">
      <dsp:nvSpPr>
        <dsp:cNvPr id="0" name=""/>
        <dsp:cNvSpPr/>
      </dsp:nvSpPr>
      <dsp:spPr>
        <a:xfrm>
          <a:off x="522921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Established a strict alpha threshold of 0.05 to prevent false assumptions.</a:t>
          </a:r>
        </a:p>
      </dsp:txBody>
      <dsp:txXfrm>
        <a:off x="5229216" y="2084036"/>
        <a:ext cx="2158987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1F2F6-7C63-45DD-B3DF-669BDEED0890}">
      <dsp:nvSpPr>
        <dsp:cNvPr id="0" name=""/>
        <dsp:cNvSpPr/>
      </dsp:nvSpPr>
      <dsp:spPr>
        <a:xfrm>
          <a:off x="64357" y="5197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19A79-55F8-4459-BA31-C96C963913E9}">
      <dsp:nvSpPr>
        <dsp:cNvPr id="0" name=""/>
        <dsp:cNvSpPr/>
      </dsp:nvSpPr>
      <dsp:spPr>
        <a:xfrm>
          <a:off x="270507" y="7258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5F4D1-54CD-42EB-8AC8-BBB2128D76EA}">
      <dsp:nvSpPr>
        <dsp:cNvPr id="0" name=""/>
        <dsp:cNvSpPr/>
      </dsp:nvSpPr>
      <dsp:spPr>
        <a:xfrm>
          <a:off x="1256380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Hardware Cross-Selling (Days 1-30)</a:t>
          </a:r>
        </a:p>
      </dsp:txBody>
      <dsp:txXfrm>
        <a:off x="1256380" y="519739"/>
        <a:ext cx="2313927" cy="981666"/>
      </dsp:txXfrm>
    </dsp:sp>
    <dsp:sp modelId="{23946D45-DBDE-4047-9F01-66FCF716F73A}">
      <dsp:nvSpPr>
        <dsp:cNvPr id="0" name=""/>
        <dsp:cNvSpPr/>
      </dsp:nvSpPr>
      <dsp:spPr>
        <a:xfrm>
          <a:off x="3973492" y="5197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FD321-B3F9-459D-8B2E-F622101038CD}">
      <dsp:nvSpPr>
        <dsp:cNvPr id="0" name=""/>
        <dsp:cNvSpPr/>
      </dsp:nvSpPr>
      <dsp:spPr>
        <a:xfrm>
          <a:off x="4179641" y="7258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EE836-9373-4DAE-BD77-4A737956BCD5}">
      <dsp:nvSpPr>
        <dsp:cNvPr id="0" name=""/>
        <dsp:cNvSpPr/>
      </dsp:nvSpPr>
      <dsp:spPr>
        <a:xfrm>
          <a:off x="5165515" y="5197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Launch targeted campaigns to subscription-only users.</a:t>
          </a:r>
        </a:p>
      </dsp:txBody>
      <dsp:txXfrm>
        <a:off x="5165515" y="519739"/>
        <a:ext cx="2313927" cy="981666"/>
      </dsp:txXfrm>
    </dsp:sp>
    <dsp:sp modelId="{F6C8AA34-31B1-41AE-94F1-D05E5781F269}">
      <dsp:nvSpPr>
        <dsp:cNvPr id="0" name=""/>
        <dsp:cNvSpPr/>
      </dsp:nvSpPr>
      <dsp:spPr>
        <a:xfrm>
          <a:off x="64357" y="21164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BFD8E5-4B21-41A4-B7ED-ABB802C5FDD8}">
      <dsp:nvSpPr>
        <dsp:cNvPr id="0" name=""/>
        <dsp:cNvSpPr/>
      </dsp:nvSpPr>
      <dsp:spPr>
        <a:xfrm>
          <a:off x="270507" y="23225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3D078-197D-43FA-82BD-6FF3231C2452}">
      <dsp:nvSpPr>
        <dsp:cNvPr id="0" name=""/>
        <dsp:cNvSpPr/>
      </dsp:nvSpPr>
      <dsp:spPr>
        <a:xfrm>
          <a:off x="1256380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Treat entry-level hardware as a 'loss-leader'.</a:t>
          </a:r>
        </a:p>
      </dsp:txBody>
      <dsp:txXfrm>
        <a:off x="1256380" y="2116439"/>
        <a:ext cx="2313927" cy="981666"/>
      </dsp:txXfrm>
    </dsp:sp>
    <dsp:sp modelId="{26FDB91C-0384-4452-95CF-40B12BDE1CAA}">
      <dsp:nvSpPr>
        <dsp:cNvPr id="0" name=""/>
        <dsp:cNvSpPr/>
      </dsp:nvSpPr>
      <dsp:spPr>
        <a:xfrm>
          <a:off x="3973492" y="2116439"/>
          <a:ext cx="981666" cy="98166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ECB0B-FDF6-45E7-9A05-91EE49894227}">
      <dsp:nvSpPr>
        <dsp:cNvPr id="0" name=""/>
        <dsp:cNvSpPr/>
      </dsp:nvSpPr>
      <dsp:spPr>
        <a:xfrm>
          <a:off x="4179641" y="2322589"/>
          <a:ext cx="569366" cy="5693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7AD66-DB2E-4B82-A74B-D2841DD70437}">
      <dsp:nvSpPr>
        <dsp:cNvPr id="0" name=""/>
        <dsp:cNvSpPr/>
      </dsp:nvSpPr>
      <dsp:spPr>
        <a:xfrm>
          <a:off x="5165515" y="211643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Subsidize hardware costs to guarantee extended subscription tenures.</a:t>
          </a:r>
        </a:p>
      </dsp:txBody>
      <dsp:txXfrm>
        <a:off x="5165515" y="2116439"/>
        <a:ext cx="2313927" cy="9816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0939FF-17E7-4EB5-B04D-16F7D3F72553}">
      <dsp:nvSpPr>
        <dsp:cNvPr id="0" name=""/>
        <dsp:cNvSpPr/>
      </dsp:nvSpPr>
      <dsp:spPr>
        <a:xfrm>
          <a:off x="74931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8B629-3D04-4318-8304-4F780CC50940}">
      <dsp:nvSpPr>
        <dsp:cNvPr id="0" name=""/>
        <dsp:cNvSpPr/>
      </dsp:nvSpPr>
      <dsp:spPr>
        <a:xfrm>
          <a:off x="155595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Metric 1: Projected 20% reduction in month-to-month churn.</a:t>
          </a:r>
        </a:p>
      </dsp:txBody>
      <dsp:txXfrm>
        <a:off x="155595" y="2084036"/>
        <a:ext cx="2158987" cy="720000"/>
      </dsp:txXfrm>
    </dsp:sp>
    <dsp:sp modelId="{4C10C648-B49F-4824-9333-99AFC4909817}">
      <dsp:nvSpPr>
        <dsp:cNvPr id="0" name=""/>
        <dsp:cNvSpPr/>
      </dsp:nvSpPr>
      <dsp:spPr>
        <a:xfrm>
          <a:off x="3286127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C8E1A-9F32-449A-808A-10E78EB43212}">
      <dsp:nvSpPr>
        <dsp:cNvPr id="0" name=""/>
        <dsp:cNvSpPr/>
      </dsp:nvSpPr>
      <dsp:spPr>
        <a:xfrm>
          <a:off x="269240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Metric 2: Estimated 15% conversion of sub-only users to hardware ecosystem.</a:t>
          </a:r>
        </a:p>
      </dsp:txBody>
      <dsp:txXfrm>
        <a:off x="2692406" y="2084036"/>
        <a:ext cx="2158987" cy="720000"/>
      </dsp:txXfrm>
    </dsp:sp>
    <dsp:sp modelId="{A915B6A4-F323-4BB0-813E-CA6BEB01CB4E}">
      <dsp:nvSpPr>
        <dsp:cNvPr id="0" name=""/>
        <dsp:cNvSpPr/>
      </dsp:nvSpPr>
      <dsp:spPr>
        <a:xfrm>
          <a:off x="5822938" y="813808"/>
          <a:ext cx="971544" cy="9715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81080-3248-472E-9152-A967F9EF5866}">
      <dsp:nvSpPr>
        <dsp:cNvPr id="0" name=""/>
        <dsp:cNvSpPr/>
      </dsp:nvSpPr>
      <dsp:spPr>
        <a:xfrm>
          <a:off x="522921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Ultimate Impact: Stabilized Monthly Recurring Revenue (MRR) and increased CLTV.</a:t>
          </a:r>
        </a:p>
      </dsp:txBody>
      <dsp:txXfrm>
        <a:off x="5229216" y="2084036"/>
        <a:ext cx="215898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7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8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6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1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3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3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4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4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4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6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microsoft.com/office/2007/relationships/hdphoto" Target="../media/hdphoto2.wdp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microsoft.com/office/2007/relationships/hdphoto" Target="../media/hdphoto2.wdp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microsoft.com/office/2007/relationships/hdphoto" Target="../media/hdphoto2.wdp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microsoft.com/office/2007/relationships/hdphoto" Target="../media/hdphoto2.wdp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3DD827E7-666E-0A74-388F-2E702E50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b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End-to-End Sales &amp; Churn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Capstone Business Presentation</a:t>
            </a:r>
          </a:p>
          <a:p>
            <a:r>
              <a:rPr lang="en-US">
                <a:solidFill>
                  <a:srgbClr val="FFFFFF"/>
                </a:solidFill>
              </a:rPr>
              <a:t>Data Science Week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1. Executive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4D513D-5962-BEA2-DDEE-E277077E3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276274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2. The Business Challenge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4DF3CA-3E18-2344-FAB7-80F55E794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640001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3. Project Objectives &amp; KPIs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89C09F-6BF7-43CE-5CB0-D36FCFEBD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530990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t>4. Data Architecture &amp; ETL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85110C-4125-175B-823E-8B657D697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074892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t>5. Exploratory Data Analysis (EDA)</a:t>
            </a:r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C74B4B0E-A1C0-AE1B-12E5-878F7D50B7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32" r="32421" b="2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endParaRPr lang="en-US" sz="1600"/>
          </a:p>
          <a:p>
            <a:r>
              <a:rPr lang="en-US" sz="1600"/>
              <a:t>Discovered heavily skewed tenure distributions.</a:t>
            </a:r>
          </a:p>
          <a:p>
            <a:r>
              <a:rPr lang="en-US" sz="1600"/>
              <a:t>Mapped churn density against monthly billing amounts.</a:t>
            </a:r>
          </a:p>
          <a:p>
            <a:r>
              <a:rPr lang="en-US" sz="1600"/>
              <a:t>Plotted multidimensional scatter charts to group spending behaviors.</a:t>
            </a:r>
          </a:p>
          <a:p>
            <a:r>
              <a:rPr lang="en-US" sz="1600"/>
              <a:t>Generated Pearson correlation matrices for financial metrics.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8955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10" y="484632"/>
            <a:ext cx="5057883" cy="1609344"/>
          </a:xfrm>
        </p:spPr>
        <p:txBody>
          <a:bodyPr>
            <a:normAutofit/>
          </a:bodyPr>
          <a:lstStyle/>
          <a:p>
            <a:r>
              <a:t>6. Insight 1: The Contract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09" y="2121408"/>
            <a:ext cx="5057884" cy="4050792"/>
          </a:xfrm>
        </p:spPr>
        <p:txBody>
          <a:bodyPr>
            <a:normAutofit/>
          </a:bodyPr>
          <a:lstStyle/>
          <a:p>
            <a:endParaRPr lang="en-US" sz="1600"/>
          </a:p>
          <a:p>
            <a:r>
              <a:rPr lang="en-US" sz="1600"/>
              <a:t>Month-to-month contracts drive &gt;80% of total customer attrition.</a:t>
            </a:r>
          </a:p>
          <a:p>
            <a:r>
              <a:rPr lang="en-US" sz="1600"/>
              <a:t>1-year and 2-year contracts show near-zero churn rates.</a:t>
            </a:r>
          </a:p>
          <a:p>
            <a:r>
              <a:rPr lang="en-US" sz="1600"/>
              <a:t>Customers lack incentives to commit long-term.</a:t>
            </a:r>
          </a:p>
        </p:txBody>
      </p:sp>
      <p:pic>
        <p:nvPicPr>
          <p:cNvPr id="7" name="Graphic 6" descr="Traffic cone">
            <a:extLst>
              <a:ext uri="{FF2B5EF4-FFF2-40B4-BE49-F238E27FC236}">
                <a16:creationId xmlns:a16="http://schemas.microsoft.com/office/drawing/2014/main" id="{D667D221-B558-414C-8625-C26485A7D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595" y="2016874"/>
            <a:ext cx="2526882" cy="252688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dirty="0"/>
              <a:t>2: The Bill Shock Factor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26371993-B7DD-C10B-D28E-33EBB1AA1E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03" r="32580" b="-1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endParaRPr lang="en-US" sz="1600" dirty="0"/>
          </a:p>
          <a:p>
            <a:r>
              <a:rPr lang="en-US" sz="1600" dirty="0"/>
              <a:t>Visualizations revealed a direct correlation between billing amounts and churn.</a:t>
            </a:r>
          </a:p>
          <a:p>
            <a:r>
              <a:rPr lang="en-US" sz="1600" dirty="0"/>
              <a:t>High monthly charges trigger cancellation, even among long-term users.</a:t>
            </a:r>
          </a:p>
          <a:p>
            <a:r>
              <a:rPr lang="en-US" sz="1600" dirty="0"/>
              <a:t>Predictability in pricing is highly valued by consumers.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3486126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6"/>
            <a:ext cx="2764734" cy="5528734"/>
          </a:xfrm>
        </p:spPr>
        <p:txBody>
          <a:bodyPr>
            <a:normAutofit/>
          </a:bodyPr>
          <a:lstStyle/>
          <a:p>
            <a:pPr algn="r"/>
            <a:r>
              <a:rPr lang="en-IN">
                <a:solidFill>
                  <a:srgbClr val="FFFFFF"/>
                </a:solidFill>
              </a:rPr>
              <a:t>3: The Ecosystem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0335" y="599768"/>
            <a:ext cx="4555850" cy="5572432"/>
          </a:xfrm>
        </p:spPr>
        <p:txBody>
          <a:bodyPr anchor="ctr">
            <a:normAutofit/>
          </a:bodyPr>
          <a:lstStyle/>
          <a:p>
            <a:endParaRPr dirty="0"/>
          </a:p>
          <a:p>
            <a:r>
              <a:rPr dirty="0"/>
              <a:t>Customers who purchase hardware (Laptops/Phones) alongside their subscription have the longest tenures.</a:t>
            </a:r>
          </a:p>
          <a:p>
            <a:r>
              <a:rPr dirty="0"/>
              <a:t>Hardware creates 'ecosystem lock-in', making it harder to leave the subscription service.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IN" dirty="0"/>
              <a:t>7</a:t>
            </a:r>
            <a:r>
              <a:rPr dirty="0"/>
              <a:t>. Statistical Validation (Methodology)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F56088-4250-FA2D-1876-2AC69F639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628228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IN" dirty="0"/>
              <a:t>8. </a:t>
            </a:r>
            <a:r>
              <a:rPr dirty="0"/>
              <a:t>Hypothesis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Test: Do hardware buyers churn less?</a:t>
            </a:r>
          </a:p>
          <a:p>
            <a:r>
              <a:rPr dirty="0"/>
              <a:t>Result: p-value &lt; 0.05.</a:t>
            </a:r>
          </a:p>
          <a:p>
            <a:r>
              <a:rPr dirty="0"/>
              <a:t>Conclusion: Null Hypothesis REJECTED.</a:t>
            </a:r>
          </a:p>
          <a:p>
            <a:r>
              <a:rPr dirty="0"/>
              <a:t>Mathematical Proof: Hardware ecosystem integration significantly reduces subscription churn.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en-IN" dirty="0"/>
              <a:t>9</a:t>
            </a:r>
            <a:r>
              <a:rPr dirty="0"/>
              <a:t>. Strategic Recommendation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233723-0D51-07E1-5410-D460C87B2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988861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46411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01952"/>
            <a:ext cx="7667244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2038655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dirty="0"/>
              <a:t>1</a:t>
            </a:r>
            <a:r>
              <a:rPr lang="en-IN" dirty="0"/>
              <a:t>0</a:t>
            </a:r>
            <a:r>
              <a:rPr dirty="0"/>
              <a:t>. Strategic Recommendation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320412"/>
            <a:ext cx="7543800" cy="3851787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Pricing Tier Restructure (Days 30-60)</a:t>
            </a:r>
          </a:p>
          <a:p>
            <a:r>
              <a:rPr dirty="0"/>
              <a:t>Audit high-tier billing accounts.</a:t>
            </a:r>
          </a:p>
          <a:p>
            <a:r>
              <a:rPr dirty="0"/>
              <a:t>Introduce a Premium Flat-Rate tier to cap overages.</a:t>
            </a:r>
          </a:p>
          <a:p>
            <a:r>
              <a:rPr dirty="0"/>
              <a:t>Eliminate the 'bill shock' that drives high-value customers away.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AFD15B-CF29-4306-884F-47675092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658" y="1382165"/>
            <a:ext cx="3651884" cy="1517984"/>
          </a:xfrm>
        </p:spPr>
        <p:txBody>
          <a:bodyPr>
            <a:normAutofit/>
          </a:bodyPr>
          <a:lstStyle/>
          <a:p>
            <a:r>
              <a:rPr lang="en-IN" sz="3900">
                <a:solidFill>
                  <a:srgbClr val="000000"/>
                </a:solidFill>
              </a:rPr>
              <a:t>11. Strategic Recommendation 3</a:t>
            </a:r>
          </a:p>
        </p:txBody>
      </p:sp>
      <p:pic>
        <p:nvPicPr>
          <p:cNvPr id="5" name="Picture 4" descr="3D numbers in white and orange">
            <a:extLst>
              <a:ext uri="{FF2B5EF4-FFF2-40B4-BE49-F238E27FC236}">
                <a16:creationId xmlns:a16="http://schemas.microsoft.com/office/drawing/2014/main" id="{20BFC8E2-5E0A-ED01-781B-A7C798C3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74" r="30162" b="-1"/>
          <a:stretch>
            <a:fillRect/>
          </a:stretch>
        </p:blipFill>
        <p:spPr>
          <a:xfrm>
            <a:off x="-7399" y="401980"/>
            <a:ext cx="4586799" cy="6456021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6349AB3-1BD3-41E1-8979-1DBDCB5C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399" y="401980"/>
            <a:ext cx="4586799" cy="6456021"/>
          </a:xfrm>
          <a:custGeom>
            <a:avLst/>
            <a:gdLst>
              <a:gd name="connsiteX0" fmla="*/ 2259477 w 6115733"/>
              <a:gd name="connsiteY0" fmla="*/ 433395 h 6456021"/>
              <a:gd name="connsiteX1" fmla="*/ 5681904 w 6115733"/>
              <a:gd name="connsiteY1" fmla="*/ 3852396 h 6456021"/>
              <a:gd name="connsiteX2" fmla="*/ 4679499 w 6115733"/>
              <a:gd name="connsiteY2" fmla="*/ 6269995 h 6456021"/>
              <a:gd name="connsiteX3" fmla="*/ 4474613 w 6115733"/>
              <a:gd name="connsiteY3" fmla="*/ 6456021 h 6456021"/>
              <a:gd name="connsiteX4" fmla="*/ 44341 w 6115733"/>
              <a:gd name="connsiteY4" fmla="*/ 6456021 h 6456021"/>
              <a:gd name="connsiteX5" fmla="*/ 0 w 6115733"/>
              <a:gd name="connsiteY5" fmla="*/ 6415762 h 6456021"/>
              <a:gd name="connsiteX6" fmla="*/ 0 w 6115733"/>
              <a:gd name="connsiteY6" fmla="*/ 1289029 h 6456021"/>
              <a:gd name="connsiteX7" fmla="*/ 82495 w 6115733"/>
              <a:gd name="connsiteY7" fmla="*/ 1214128 h 6456021"/>
              <a:gd name="connsiteX8" fmla="*/ 2259477 w 6115733"/>
              <a:gd name="connsiteY8" fmla="*/ 433395 h 6456021"/>
              <a:gd name="connsiteX9" fmla="*/ 2259477 w 6115733"/>
              <a:gd name="connsiteY9" fmla="*/ 0 h 6456021"/>
              <a:gd name="connsiteX10" fmla="*/ 6115733 w 6115733"/>
              <a:gd name="connsiteY10" fmla="*/ 3852396 h 6456021"/>
              <a:gd name="connsiteX11" fmla="*/ 5235152 w 6115733"/>
              <a:gd name="connsiteY11" fmla="*/ 6302877 h 6456021"/>
              <a:gd name="connsiteX12" fmla="*/ 5095826 w 6115733"/>
              <a:gd name="connsiteY12" fmla="*/ 6456021 h 6456021"/>
              <a:gd name="connsiteX13" fmla="*/ 4617788 w 6115733"/>
              <a:gd name="connsiteY13" fmla="*/ 6456021 h 6456021"/>
              <a:gd name="connsiteX14" fmla="*/ 4747668 w 6115733"/>
              <a:gd name="connsiteY14" fmla="*/ 6338096 h 6456021"/>
              <a:gd name="connsiteX15" fmla="*/ 5778311 w 6115733"/>
              <a:gd name="connsiteY15" fmla="*/ 3852396 h 6456021"/>
              <a:gd name="connsiteX16" fmla="*/ 2259477 w 6115733"/>
              <a:gd name="connsiteY16" fmla="*/ 337085 h 6456021"/>
              <a:gd name="connsiteX17" fmla="*/ 21172 w 6115733"/>
              <a:gd name="connsiteY17" fmla="*/ 1139811 h 6456021"/>
              <a:gd name="connsiteX18" fmla="*/ 0 w 6115733"/>
              <a:gd name="connsiteY18" fmla="*/ 1159034 h 6456021"/>
              <a:gd name="connsiteX19" fmla="*/ 0 w 6115733"/>
              <a:gd name="connsiteY19" fmla="*/ 735177 h 6456021"/>
              <a:gd name="connsiteX20" fmla="*/ 103407 w 6115733"/>
              <a:gd name="connsiteY20" fmla="*/ 657929 h 6456021"/>
              <a:gd name="connsiteX21" fmla="*/ 2259477 w 6115733"/>
              <a:gd name="connsiteY21" fmla="*/ 0 h 645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658" y="3007389"/>
            <a:ext cx="3651885" cy="3065865"/>
          </a:xfrm>
        </p:spPr>
        <p:txBody>
          <a:bodyPr anchor="t">
            <a:normAutofit/>
          </a:bodyPr>
          <a:lstStyle/>
          <a:p>
            <a:endParaRPr lang="en-US" sz="1600">
              <a:solidFill>
                <a:srgbClr val="000000"/>
              </a:solidFill>
            </a:endParaRPr>
          </a:p>
          <a:p>
            <a:r>
              <a:rPr lang="en-US" sz="1600">
                <a:solidFill>
                  <a:srgbClr val="000000"/>
                </a:solidFill>
              </a:rPr>
              <a:t>Contract Incentivization (Days 60-90)</a:t>
            </a:r>
          </a:p>
          <a:p>
            <a:r>
              <a:rPr lang="en-US" sz="1600">
                <a:solidFill>
                  <a:srgbClr val="000000"/>
                </a:solidFill>
              </a:rPr>
              <a:t>Overhaul sales commission structures to heavily favor 1-year closures.</a:t>
            </a:r>
          </a:p>
          <a:p>
            <a:r>
              <a:rPr lang="en-US" sz="1600">
                <a:solidFill>
                  <a:srgbClr val="000000"/>
                </a:solidFill>
              </a:rPr>
              <a:t>Implement a 'flexibility premium' on month-to-month plans.</a:t>
            </a:r>
          </a:p>
          <a:p>
            <a:r>
              <a:rPr lang="en-US" sz="1600">
                <a:solidFill>
                  <a:srgbClr val="000000"/>
                </a:solidFill>
              </a:rPr>
              <a:t>Run 'first-month-free' promotions for annual commitments.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CA915D-BDF0-41F8-B00E-FB186EFF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7AAC03-BF64-4E67-9032-3BD024998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A131397-5A45-4344-9983-5E400A3E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dirty="0"/>
              <a:t>1</a:t>
            </a:r>
            <a:r>
              <a:rPr lang="en-IN" dirty="0"/>
              <a:t>2</a:t>
            </a:r>
            <a:r>
              <a:rPr dirty="0"/>
              <a:t>. Projected ROI &amp; Business Impact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195257-A970-CAA2-4384-A3E63FAF0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227592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34694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4299696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625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73ABF08C-49B3-96C5-3292-B77C7DFE38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00" r="-1" b="-1"/>
          <a:stretch>
            <a:fillRect/>
          </a:stretch>
        </p:blipFill>
        <p:spPr>
          <a:xfrm>
            <a:off x="20" y="10"/>
            <a:ext cx="9143978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D60390C-0E4C-4682-8246-AFA2E498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BA87F4-FB8A-4D91-B3F3-DFA78E0CC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110" y="4277802"/>
            <a:ext cx="4516836" cy="16224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52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12A90F-45C2-4C9B-BAF6-9CE1F546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26</TotalTime>
  <Words>563</Words>
  <Application>Microsoft Office PowerPoint</Application>
  <PresentationFormat>On-screen Show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Rockwell</vt:lpstr>
      <vt:lpstr>Rockwell Condensed</vt:lpstr>
      <vt:lpstr>Rockwell Extra Bold</vt:lpstr>
      <vt:lpstr>Wingdings</vt:lpstr>
      <vt:lpstr>Wood Type</vt:lpstr>
      <vt:lpstr>End-to-End Sales &amp; Churn Analytics</vt:lpstr>
      <vt:lpstr>1. Executive Summary</vt:lpstr>
      <vt:lpstr>2. The Business Challenge</vt:lpstr>
      <vt:lpstr>3. Project Objectives &amp; KPIs</vt:lpstr>
      <vt:lpstr>4. Data Architecture &amp; ETL</vt:lpstr>
      <vt:lpstr>5. Exploratory Data Analysis (EDA)</vt:lpstr>
      <vt:lpstr>6. Insight 1: The Contract Vulnerability</vt:lpstr>
      <vt:lpstr>2: The Bill Shock Factor</vt:lpstr>
      <vt:lpstr>3: The Ecosystem Effect</vt:lpstr>
      <vt:lpstr>7. Statistical Validation (Methodology)</vt:lpstr>
      <vt:lpstr>8. Hypothesis Test Results</vt:lpstr>
      <vt:lpstr>9. Strategic Recommendation 1</vt:lpstr>
      <vt:lpstr>10. Strategic Recommendation 2</vt:lpstr>
      <vt:lpstr>11. Strategic Recommendation 3</vt:lpstr>
      <vt:lpstr>12. Projected ROI &amp;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 Krishnan</cp:lastModifiedBy>
  <cp:revision>2</cp:revision>
  <dcterms:created xsi:type="dcterms:W3CDTF">2013-01-27T09:14:16Z</dcterms:created>
  <dcterms:modified xsi:type="dcterms:W3CDTF">2026-06-03T17:00:42Z</dcterms:modified>
  <cp:category/>
</cp:coreProperties>
</file>