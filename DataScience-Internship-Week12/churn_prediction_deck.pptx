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0.9827</c:v>
                </c:pt>
                <c:pt idx="1">
                  <c:v>0.9926</c:v>
                </c:pt>
                <c:pt idx="2">
                  <c:v>0.9818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SeniorCitizen</c:v>
                  </c:pt>
                  <c:pt idx="1">
                    <c:v>PaperlessBilling</c:v>
                  </c:pt>
                  <c:pt idx="2">
                    <c:v>PaymentMethod</c:v>
                  </c:pt>
                  <c:pt idx="3">
                    <c:v>MonthlyCharges</c:v>
                  </c:pt>
                  <c:pt idx="4">
                    <c:v>Tenure</c:v>
                  </c:pt>
                  <c:pt idx="5">
                    <c:v>Contract</c:v>
                  </c:pt>
                  <c:pt idx="6">
                    <c:v>TotalCharges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0.032</c:v>
                </c:pt>
                <c:pt idx="1">
                  <c:v>0.048</c:v>
                </c:pt>
                <c:pt idx="2">
                  <c:v>0.071</c:v>
                </c:pt>
                <c:pt idx="3">
                  <c:v>0.142</c:v>
                </c:pt>
                <c:pt idx="4">
                  <c:v>0.189</c:v>
                </c:pt>
                <c:pt idx="5">
                  <c:v>0.215</c:v>
                </c:pt>
                <c:pt idx="6">
                  <c:v>0.303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introduction. This capstone demonstrates a complete ML workflow from raw data to a deployable prediction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sections briefly. Estimated 15-minute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asymmetry: missing a churner costs $113.60/month; a false alarm costs one outreach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class imbalance early — it affects model choice and metric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findings guide both the model features AND the business recommendations — EDA informs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 entire pipeline (Steps 1–6) is reproducible with a single command: python src/pipeline.py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models perform well — this is a well-structured dataset. The RF edge is consistency, not raw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 false negatives (missed churners) are unavoidable at this threshold. Can tune threshold if recall is prioritised.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has a corresponding feature importance backing it. These are not guesses — they're model-driven.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API is fully validated — bad input raises a clear ValidationError, not a cryptic sklearn 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limitations honestly — it shows maturity. Reviewers respect analysts who know the boundaries of their own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an invitation to try the API live. If time permits, demonstrate a live prediction from the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26334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Capstone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37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500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33756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337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33756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337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333756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337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Capstone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0759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252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 &amp; the cost of inaction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47802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7706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customers · 9 features · key pattern discovery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64845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5935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94106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feature engineering, 3-algorithm comparison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130759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1252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1600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AUC 0.993 · 95% test accuracy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313432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10912" y="247802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2423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27706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most actionable findings from the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48386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10912" y="364845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35935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Next Steps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394106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API, estimated $88K annual impact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$641,640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revenue at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(10.6% churn × $113.60/month × 500 customers × 12mo)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1430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20700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172200" y="126187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acquire than retain a customer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237744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44144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72200" y="249631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 this dataset — industry avg is 20–30%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361188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67588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72200" y="373075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annual savings from this model's interventions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Score every customer by churn probability so the retention team acts before revenue is lost.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telecom customers · 9 features · binary churn target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8516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14600" y="18516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26280" y="18516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1430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6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$113.60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37960" y="18516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Charge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Summary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34640"/>
          <a:ext cx="5029200" cy="201168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1–71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$20–$199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Month-to-month / 1yr / 2yr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 / E-Check / Bank Transfer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PaperlessBilling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SeniorCitizen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(target)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Retained, 1 = Churned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126480" y="2743200"/>
            <a:ext cx="2560320" cy="2560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5080" y="2971800"/>
            <a:ext cx="2103120" cy="2103120"/>
          </a:xfrm>
          <a:prstGeom prst="ellipse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3291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(53)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4360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 Retained (447)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What the Data Tells 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that jump out before any modelling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261872"/>
            <a:ext cx="132588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618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risk factor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Drives Churn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06654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the highest rate. Two-year contract holders almost never leave.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10912" y="1261872"/>
            <a:ext cx="132588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2618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churners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6459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 Months = Danger Zone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206654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drops sharply after month 12. Customers who survive year one rarely leave.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35808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" y="3200400"/>
            <a:ext cx="132588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200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indicator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" y="35844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Signal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" y="400507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E-check users show elevated churn vs credit card / bank transfer. Payment friction precedes cancellation.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35808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3200400"/>
            <a:ext cx="132588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200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risk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10912" y="35844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Charges + Short Tenure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400507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highest-risk profile: new customer on month-to-month with a high monthly bill — value not yet felt.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production-ready model in 6 phases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33502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" y="188366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Validate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" y="223113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rows, 0 missing values, confirm dtypes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956816"/>
            <a:ext cx="12801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170432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38144" y="133502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38144" y="188366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38144" y="223113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churn rate by segment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956816"/>
            <a:ext cx="12801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170432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33502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64224" y="188366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64224" y="223113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OneHotEncoder via ColumnTransformer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090672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" y="3255264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255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2064" y="3803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2064" y="415137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algorithms, 5-fold CV, select by ROC-AUC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08960" y="3877056"/>
            <a:ext cx="12801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73552" y="3090672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38144" y="325526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8144" y="3255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38144" y="3803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38144" y="415137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test, confusion matrix, feature importance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3877056"/>
            <a:ext cx="12801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3090672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64224" y="325526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3255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64224" y="3803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64224" y="415137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pipeline, ChurnPredictor API, batch scoring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· Metric: ROC-AUC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234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Winner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80760" y="166420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126480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269480" y="2788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32095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269480" y="3209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26480" y="3630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269480" y="3630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26480" y="40507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Trees: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269480" y="40507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std dev = more consistent across folds — Random Forest is both the best AND the most stable.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Test Set (100 customers, 20% holdout)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16152"/>
            <a:ext cx="178308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6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827337"/>
            <a:ext cx="1783080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7899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216152"/>
            <a:ext cx="178308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1827337"/>
            <a:ext cx="1783080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7899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216152"/>
            <a:ext cx="178308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6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1827337"/>
            <a:ext cx="1783080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07899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216152"/>
            <a:ext cx="178308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1827337"/>
            <a:ext cx="1783080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16352"/>
          <a:ext cx="4023360" cy="1572768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84632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754880" y="278892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Actionable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tells us — and what to do about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4416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the #1 predictor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Offer a 10% discount to upgrade month-to-month customers to annual contracts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73952" y="1453896"/>
            <a:ext cx="1664208" cy="621792"/>
          </a:xfrm>
          <a:prstGeom prst="roundRect">
            <a:avLst>
              <a:gd name="adj" fmla="val 8824"/>
            </a:avLst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453896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$46K / year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0604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258775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happens early — within month 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71600" y="302666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a 90-day onboarding programme with check-ins at Day 7, 30, and 90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73952" y="2715768"/>
            <a:ext cx="1664208" cy="621792"/>
          </a:xfrm>
          <a:prstGeom prst="roundRect">
            <a:avLst>
              <a:gd name="adj" fmla="val 8824"/>
            </a:avLst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71576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$20K / year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67912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71600" y="384962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more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428853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Proactively migrate e-check customers to auto-pay (credit card / bank transfer)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73952" y="3977640"/>
            <a:ext cx="1664208" cy="621792"/>
          </a:xfrm>
          <a:prstGeom prst="roundRect">
            <a:avLst>
              <a:gd name="adj" fmla="val 8824"/>
            </a:avLst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9776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$22K / year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conservative estimate: $88,575 in annual retained revenue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deployment/predict_api.py · ChurnPredictor class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5074920" cy="3749040"/>
          </a:xfrm>
          <a:prstGeom prst="roundRect">
            <a:avLst>
              <a:gd name="adj" fmla="val 2439"/>
            </a:avLst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07008"/>
            <a:ext cx="477316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deployment.predict_api import ChurnPredictor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 = ChurnPredictor()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predictor.predict({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"Tenure": 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"MonthlyCharges": 89.5,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"Contract": "Month-to-month",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"PaymentMethod": "Electronic Check",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# other fields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 "churn_label": "Churned",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"churn_probability": 0.841,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"risk_tier": "High",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"recommendation": "..."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15000" y="1078992"/>
            <a:ext cx="3063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70448" y="1152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70448" y="15087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customer → probability + risk tier + recommendation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0" y="2340864"/>
            <a:ext cx="3063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70448" y="24140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predict_batch()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70448" y="27706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customers → scores all, returns list of results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3602736"/>
            <a:ext cx="3063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70448" y="3675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score_dataframe()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70448" y="40325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→ appends churn_prob + risk_tier columns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4864608"/>
            <a:ext cx="8394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nightly → flag High &amp; Medium risk customers → retention team dashboard each morning.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model does well — and where to go from here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9105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572768"/>
            <a:ext cx="3538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500-row dataset — re-validate as data grows  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34086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2322576"/>
            <a:ext cx="3538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data — can't predict WHEN churn occurs  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09067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" y="3072384"/>
            <a:ext cx="3538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usage signals (support tickets, NPS, login freq)  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384048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3822192"/>
            <a:ext cx="3538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at 10.6% — recall on churn class is 55%  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92040" y="1536192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10912" y="1609344"/>
            <a:ext cx="960120" cy="27432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15910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usage data: support tickets, login frequency, NPS 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340864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10912" y="2414016"/>
            <a:ext cx="960120" cy="27432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0760" y="23957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the 3 retention interventions — measure true causal lift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145536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3218688"/>
            <a:ext cx="960120" cy="27432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 model: predict time-to-churn, not just probability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950208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10912" y="4023360"/>
            <a:ext cx="960120" cy="27432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4005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multi-class: voluntary vs involuntary churn (payment failure)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743200"/>
            <a:ext cx="4114800" cy="411480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640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15727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Week 12 Capstone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" y="239572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48716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38912" y="3090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39572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48716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51760" y="3090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4608" y="239572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48716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$88K+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64608" y="3090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Savings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77456" y="239572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248716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077456" y="3090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Identified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· capstone_project.ipynb · deployment/predict_api.py · reports/business_report.md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— Capstone Project</dc:title>
  <dc:subject>PptxGenJS Presentation</dc:subject>
  <dc:creator>Data Science Capstone</dc:creator>
  <cp:lastModifiedBy>Data Science Capstone</cp:lastModifiedBy>
  <cp:revision>1</cp:revision>
  <dcterms:created xsi:type="dcterms:W3CDTF">2026-07-02T03:17:02Z</dcterms:created>
  <dcterms:modified xsi:type="dcterms:W3CDTF">2026-07-02T03:17:02Z</dcterms:modified>
</cp:coreProperties>
</file>